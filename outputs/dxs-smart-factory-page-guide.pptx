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b78bba6a934ea8" /><Relationship Type="http://schemas.openxmlformats.org/officeDocument/2006/relationships/extended-properties" Target="/docProps/app.xml" Id="R38cc0b8a13a64816" /><Relationship Type="http://schemas.openxmlformats.org/officeDocument/2006/relationships/officeDocument" Target="/ppt/presentation.xml" Id="R834d3f3462764b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4f3c984c194603"/>
  </p:sldMasterIdLst>
  <p:notesMasterIdLst>
    <p:notesMasterId xmlns:r="http://schemas.openxmlformats.org/officeDocument/2006/relationships" r:id="R39ed0bc5da744a36"/>
  </p:notesMasterIdLst>
  <p:sldIdLst>
    <p:sldId xmlns:r="http://schemas.openxmlformats.org/officeDocument/2006/relationships" id="256" r:id="Rc62b6bf8fe0b477c"/>
  </p:sldIdLst>
  <p:sldSz cx="10696575" cy="75628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80a92173946f0" /><Relationship Type="http://schemas.openxmlformats.org/officeDocument/2006/relationships/slideMaster" Target="/ppt/slideMasters/slideMaster1.xml" Id="Rfe4f3c984c194603" /><Relationship Type="http://schemas.openxmlformats.org/officeDocument/2006/relationships/notesMaster" Target="/ppt/notesMasters/notesMaster1.xml" Id="R39ed0bc5da744a36" /><Relationship Type="http://schemas.openxmlformats.org/officeDocument/2006/relationships/presProps" Target="/ppt/presProps.xml" Id="R20f1afb33afc4795" /><Relationship Type="http://schemas.openxmlformats.org/officeDocument/2006/relationships/tableStyles" Target="/ppt/tableStyles.xml" Id="Rb1441775682a4e94" /><Relationship Type="http://schemas.openxmlformats.org/officeDocument/2006/relationships/slide" Target="/ppt/slides/slide1.xml" Id="Rc62b6bf8fe0b47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1b01ea591045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749827b9a4463" /><Relationship Type="http://schemas.openxmlformats.org/officeDocument/2006/relationships/notesMaster" Target="/ppt/notesMasters/notesMaster1.xml" Id="R3dd7243d9051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24d6c59ce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838705d34490f" /><Relationship Type="http://schemas.openxmlformats.org/officeDocument/2006/relationships/slideLayout" Target="/ppt/slideLayouts/slideLayout1.xml" Id="Ref8cf6d5d13449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cf6d5d13449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343b46ed3435d" /><Relationship Type="http://schemas.openxmlformats.org/officeDocument/2006/relationships/notesSlide" Target="/ppt/notesSlides/notesSlide1.xml" Id="Rd712765a17234a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F2C79B-1B09-42A7-B579-3F8C616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100107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1A512987-DB23-435C-8B00-6771A913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"/>
            <a:ext cx="26193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" name="header-accent-mask">
            <a:extLst xmlns:a="http://schemas.openxmlformats.org/drawingml/2006/main">
              <a:ext uri="{FF2B5EF4-FFF2-40B4-BE49-F238E27FC236}">
                <a16:creationId xmlns:a16="http://schemas.microsoft.com/office/drawing/2014/main" id="{80F796F8-F891-45A7-A3B1-F3BD50C2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"/>
            <a:ext cx="171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er-eyebrow">
            <a:extLst xmlns:a="http://schemas.openxmlformats.org/drawingml/2006/main">
              <a:ext uri="{FF2B5EF4-FFF2-40B4-BE49-F238E27FC236}">
                <a16:creationId xmlns:a16="http://schemas.microsoft.com/office/drawing/2014/main" id="{BBEDF4DF-C2BE-43D0-85D2-D3A95DDF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FD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BFD9FF"/>
                </a:solidFill>
                <a:latin typeface="Malgun Gothic"/>
                <a:ea typeface="Malgun Gothic"/>
                <a:cs typeface="Malgun Gothic"/>
              </a:rPr>
              <a:t>DXS SMART FACTORY</a:t>
            </a:r>
          </a:p>
        </p:txBody>
      </p:sp>
      <p:sp>
        <p:nvSpPr>
          <p:cNvPr id="5" name="header-title">
            <a:extLst xmlns:a="http://schemas.openxmlformats.org/drawingml/2006/main">
              <a:ext uri="{FF2B5EF4-FFF2-40B4-BE49-F238E27FC236}">
                <a16:creationId xmlns:a16="http://schemas.microsoft.com/office/drawing/2014/main" id="{73DD465B-607B-4BC4-B0AF-A58591E9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현장 운영을 잇는 6개의 핵심 페이지</a:t>
            </a:r>
          </a:p>
        </p:txBody>
      </p:sp>
      <p:sp>
        <p:nvSpPr>
          <p:cNvPr id="6" name="header-subtitle">
            <a:extLst xmlns:a="http://schemas.openxmlformats.org/drawingml/2006/main">
              <a:ext uri="{FF2B5EF4-FFF2-40B4-BE49-F238E27FC236}">
                <a16:creationId xmlns:a16="http://schemas.microsoft.com/office/drawing/2014/main" id="{CB76486A-0667-42C2-B382-46CCA022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600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9E9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9E9FF"/>
                </a:solidFill>
                <a:latin typeface="Malgun Gothic"/>
                <a:ea typeface="Malgun Gothic"/>
                <a:cs typeface="Malgun Gothic"/>
              </a:rPr>
              <a:t>자재 입고부터 제품 출하까지, 기능별 화면을 한 장으로 소개합니다.</a:t>
            </a:r>
          </a:p>
        </p:txBody>
      </p:sp>
      <p:sp>
        <p:nvSpPr>
          <p:cNvPr id="7" name="flow-line">
            <a:extLst xmlns:a="http://schemas.openxmlformats.org/drawingml/2006/main">
              <a:ext uri="{FF2B5EF4-FFF2-40B4-BE49-F238E27FC236}">
                <a16:creationId xmlns:a16="http://schemas.microsoft.com/office/drawing/2014/main" id="{94839F42-9952-43C6-917D-87C45862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286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5C6FF"/>
            </a:solidFill>
            <a:prstDash val="solid"/>
          </a:ln>
        </p:spPr>
      </p:sp>
      <p:sp>
        <p:nvSpPr>
          <p:cNvPr id="8" name="flow-dot-0">
            <a:extLst xmlns:a="http://schemas.openxmlformats.org/drawingml/2006/main">
              <a:ext uri="{FF2B5EF4-FFF2-40B4-BE49-F238E27FC236}">
                <a16:creationId xmlns:a16="http://schemas.microsoft.com/office/drawing/2014/main" id="{53C0088E-A244-4C69-9608-0760C4D5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9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9712DFF6-507B-4D33-A504-91E83C3E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입고</a:t>
            </a:r>
          </a:p>
        </p:txBody>
      </p:sp>
      <p:sp>
        <p:nvSpPr>
          <p:cNvPr id="10" name="flow-dot-1">
            <a:extLst xmlns:a="http://schemas.openxmlformats.org/drawingml/2006/main">
              <a:ext uri="{FF2B5EF4-FFF2-40B4-BE49-F238E27FC236}">
                <a16:creationId xmlns:a16="http://schemas.microsoft.com/office/drawing/2014/main" id="{523ACB7A-CFB6-48E6-80B8-FCA0A352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0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1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5B120B14-54C4-47E3-99FB-6F1A780A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38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품질</a:t>
            </a:r>
          </a:p>
        </p:txBody>
      </p:sp>
      <p:sp>
        <p:nvSpPr>
          <p:cNvPr id="12" name="flow-dot-2">
            <a:extLst xmlns:a="http://schemas.openxmlformats.org/drawingml/2006/main">
              <a:ext uri="{FF2B5EF4-FFF2-40B4-BE49-F238E27FC236}">
                <a16:creationId xmlns:a16="http://schemas.microsoft.com/office/drawing/2014/main" id="{43DE6957-7855-404B-9783-17031E72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0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608D98ED-30F2-4720-A2DA-77DE55A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설비</a:t>
            </a:r>
          </a:p>
        </p:txBody>
      </p:sp>
      <p:sp>
        <p:nvSpPr>
          <p:cNvPr id="14" name="flow-dot-3">
            <a:extLst xmlns:a="http://schemas.openxmlformats.org/drawingml/2006/main">
              <a:ext uri="{FF2B5EF4-FFF2-40B4-BE49-F238E27FC236}">
                <a16:creationId xmlns:a16="http://schemas.microsoft.com/office/drawing/2014/main" id="{E64D9540-73BA-4084-B270-3AF85DC2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0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5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65061EE5-6738-473F-8BF6-8A4742EE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생산</a:t>
            </a:r>
          </a:p>
        </p:txBody>
      </p:sp>
      <p:sp>
        <p:nvSpPr>
          <p:cNvPr id="16" name="flow-dot-4">
            <a:extLst xmlns:a="http://schemas.openxmlformats.org/drawingml/2006/main">
              <a:ext uri="{FF2B5EF4-FFF2-40B4-BE49-F238E27FC236}">
                <a16:creationId xmlns:a16="http://schemas.microsoft.com/office/drawing/2014/main" id="{5F82962C-A56F-4C97-85D9-9917A30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0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7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C934A4C3-1D8A-48DB-9D5B-D05D539B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안전</a:t>
            </a:r>
          </a:p>
        </p:txBody>
      </p:sp>
      <p:sp>
        <p:nvSpPr>
          <p:cNvPr id="18" name="flow-dot-5">
            <a:extLst xmlns:a="http://schemas.openxmlformats.org/drawingml/2006/main">
              <a:ext uri="{FF2B5EF4-FFF2-40B4-BE49-F238E27FC236}">
                <a16:creationId xmlns:a16="http://schemas.microsoft.com/office/drawing/2014/main" id="{A57E9387-258D-4A26-8D7E-A19642C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58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19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28BEDBC8-1C7E-496D-A0A2-8782C2F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742950"/>
            <a:ext cx="285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출하</a:t>
            </a:r>
          </a:p>
        </p:txBody>
      </p:sp>
      <p:sp>
        <p:nvSpPr>
          <p:cNvPr id="20" name="flow-caption">
            <a:extLst xmlns:a="http://schemas.openxmlformats.org/drawingml/2006/main">
              <a:ext uri="{FF2B5EF4-FFF2-40B4-BE49-F238E27FC236}">
                <a16:creationId xmlns:a16="http://schemas.microsoft.com/office/drawing/2014/main" id="{FF683B7E-6040-4631-B2DE-71E340B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193357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D9E9FF"/>
                </a:solidFill>
                <a:latin typeface="Malgun Gothic"/>
                <a:ea typeface="Malgun Gothic"/>
                <a:cs typeface="Malgun Gothic"/>
              </a:defRPr>
            </a:pPr>
            <a:r>
              <a:rPr sz="540" b="1">
                <a:solidFill>
                  <a:srgbClr val="D9E9FF"/>
                </a:solidFill>
                <a:latin typeface="Malgun Gothic"/>
                <a:ea typeface="Malgun Gothic"/>
                <a:cs typeface="Malgun Gothic"/>
              </a:rPr>
              <a:t>END-TO-END OPERATION</a:t>
            </a:r>
          </a:p>
        </p:txBody>
      </p:sp>
      <p:sp>
        <p:nvSpPr>
          <p:cNvPr id="21" name="card-01-surface">
            <a:extLst xmlns:a="http://schemas.openxmlformats.org/drawingml/2006/main">
              <a:ext uri="{FF2B5EF4-FFF2-40B4-BE49-F238E27FC236}">
                <a16:creationId xmlns:a16="http://schemas.microsoft.com/office/drawing/2014/main" id="{2CAB2605-C6EF-4419-AE23-8A3DF71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card-01-rail">
            <a:extLst xmlns:a="http://schemas.openxmlformats.org/drawingml/2006/main">
              <a:ext uri="{FF2B5EF4-FFF2-40B4-BE49-F238E27FC236}">
                <a16:creationId xmlns:a16="http://schemas.microsoft.com/office/drawing/2014/main" id="{6BF5BFB0-73A3-46A1-9292-90F33E4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90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3" name="card-01-category-bg">
            <a:extLst xmlns:a="http://schemas.openxmlformats.org/drawingml/2006/main">
              <a:ext uri="{FF2B5EF4-FFF2-40B4-BE49-F238E27FC236}">
                <a16:creationId xmlns:a16="http://schemas.microsoft.com/office/drawing/2014/main" id="{81B3396C-7F91-4D74-8399-4C99B970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24" name="card-01-category-text">
            <a:extLst xmlns:a="http://schemas.openxmlformats.org/drawingml/2006/main">
              <a:ext uri="{FF2B5EF4-FFF2-40B4-BE49-F238E27FC236}">
                <a16:creationId xmlns:a16="http://schemas.microsoft.com/office/drawing/2014/main" id="{6524B3E7-0BE3-4AC3-B03B-4E90B22B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 자재관리</a:t>
            </a:r>
          </a:p>
        </p:txBody>
      </p:sp>
      <p:sp>
        <p:nvSpPr>
          <p:cNvPr id="25" name="card-01-title">
            <a:extLst xmlns:a="http://schemas.openxmlformats.org/drawingml/2006/main">
              <a:ext uri="{FF2B5EF4-FFF2-40B4-BE49-F238E27FC236}">
                <a16:creationId xmlns:a16="http://schemas.microsoft.com/office/drawing/2014/main" id="{F13D8D40-2420-4ECB-8FB5-85445E7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스마트 입고검수</a:t>
            </a:r>
          </a:p>
        </p:txBody>
      </p:sp>
      <p:sp>
        <p:nvSpPr>
          <p:cNvPr id="26" name="card-01-route">
            <a:extLst xmlns:a="http://schemas.openxmlformats.org/drawingml/2006/main">
              <a:ext uri="{FF2B5EF4-FFF2-40B4-BE49-F238E27FC236}">
                <a16:creationId xmlns:a16="http://schemas.microsoft.com/office/drawing/2014/main" id="{B6808DB9-087E-47B2-8170-CE478D8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/material/inbound-inspection</a:t>
            </a:r>
          </a:p>
        </p:txBody>
      </p:sp>
      <p:sp>
        <p:nvSpPr>
          <p:cNvPr id="27" name="card-01-mini-frame">
            <a:extLst xmlns:a="http://schemas.openxmlformats.org/drawingml/2006/main">
              <a:ext uri="{FF2B5EF4-FFF2-40B4-BE49-F238E27FC236}">
                <a16:creationId xmlns:a16="http://schemas.microsoft.com/office/drawing/2014/main" id="{E9FB0F92-590B-4AD0-B5C5-FB147D9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8" name="card-01-mini-topbar">
            <a:extLst xmlns:a="http://schemas.openxmlformats.org/drawingml/2006/main">
              <a:ext uri="{FF2B5EF4-FFF2-40B4-BE49-F238E27FC236}">
                <a16:creationId xmlns:a16="http://schemas.microsoft.com/office/drawing/2014/main" id="{CAD2C0E6-6E09-48AE-A1AC-0E86DF1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29" name="card-01-mini-topmask">
            <a:extLst xmlns:a="http://schemas.openxmlformats.org/drawingml/2006/main">
              <a:ext uri="{FF2B5EF4-FFF2-40B4-BE49-F238E27FC236}">
                <a16:creationId xmlns:a16="http://schemas.microsoft.com/office/drawing/2014/main" id="{59F679C6-1AA3-45AA-833D-F5F8F57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01-mini-window-dot-0">
            <a:extLst xmlns:a="http://schemas.openxmlformats.org/drawingml/2006/main">
              <a:ext uri="{FF2B5EF4-FFF2-40B4-BE49-F238E27FC236}">
                <a16:creationId xmlns:a16="http://schemas.microsoft.com/office/drawing/2014/main" id="{2A3CED78-83C9-497D-A8B3-5E8CBB87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rd-01-mini-window-dot-1">
            <a:extLst xmlns:a="http://schemas.openxmlformats.org/drawingml/2006/main">
              <a:ext uri="{FF2B5EF4-FFF2-40B4-BE49-F238E27FC236}">
                <a16:creationId xmlns:a16="http://schemas.microsoft.com/office/drawing/2014/main" id="{D0B943C5-7976-4259-BF89-02ED0FF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ard-01-mini-window-dot-2">
            <a:extLst xmlns:a="http://schemas.openxmlformats.org/drawingml/2006/main">
              <a:ext uri="{FF2B5EF4-FFF2-40B4-BE49-F238E27FC236}">
                <a16:creationId xmlns:a16="http://schemas.microsoft.com/office/drawing/2014/main" id="{D86DD63D-F473-4E8F-B9EC-D20767E8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ard-01-mini-vehicle-card">
            <a:extLst xmlns:a="http://schemas.openxmlformats.org/drawingml/2006/main">
              <a:ext uri="{FF2B5EF4-FFF2-40B4-BE49-F238E27FC236}">
                <a16:creationId xmlns:a16="http://schemas.microsoft.com/office/drawing/2014/main" id="{4AAB9191-C313-4DFA-A938-178DC6F2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457200" cy="5905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34" name="card-01-mini-truck-cab">
            <a:extLst xmlns:a="http://schemas.openxmlformats.org/drawingml/2006/main">
              <a:ext uri="{FF2B5EF4-FFF2-40B4-BE49-F238E27FC236}">
                <a16:creationId xmlns:a16="http://schemas.microsoft.com/office/drawing/2014/main" id="{C7C07EDB-4005-44F3-9F53-1E9FCD17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43125"/>
            <a:ext cx="142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01-mini-truck-body">
            <a:extLst xmlns:a="http://schemas.openxmlformats.org/drawingml/2006/main">
              <a:ext uri="{FF2B5EF4-FFF2-40B4-BE49-F238E27FC236}">
                <a16:creationId xmlns:a16="http://schemas.microsoft.com/office/drawing/2014/main" id="{44FD2432-C227-4700-96E7-B4DF3C8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619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C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ard-01-mini-wheel-a">
            <a:extLst xmlns:a="http://schemas.openxmlformats.org/drawingml/2006/main">
              <a:ext uri="{FF2B5EF4-FFF2-40B4-BE49-F238E27FC236}">
                <a16:creationId xmlns:a16="http://schemas.microsoft.com/office/drawing/2014/main" id="{34C998CB-8FBF-4199-9DE8-56D724BB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rd-01-mini-wheel-b">
            <a:extLst xmlns:a="http://schemas.openxmlformats.org/drawingml/2006/main">
              <a:ext uri="{FF2B5EF4-FFF2-40B4-BE49-F238E27FC236}">
                <a16:creationId xmlns:a16="http://schemas.microsoft.com/office/drawing/2014/main" id="{5E95A3E7-F7B4-4E2C-A860-376D143E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66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01-mini-vehicle-label">
            <a:extLst xmlns:a="http://schemas.openxmlformats.org/drawingml/2006/main">
              <a:ext uri="{FF2B5EF4-FFF2-40B4-BE49-F238E27FC236}">
                <a16:creationId xmlns:a16="http://schemas.microsoft.com/office/drawing/2014/main" id="{462DE040-F191-444C-843C-A30B927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3429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입고 차량</a:t>
            </a:r>
          </a:p>
        </p:txBody>
      </p:sp>
      <p:sp>
        <p:nvSpPr>
          <p:cNvPr id="39" name="card-01-mini-progress-track">
            <a:extLst xmlns:a="http://schemas.openxmlformats.org/drawingml/2006/main">
              <a:ext uri="{FF2B5EF4-FFF2-40B4-BE49-F238E27FC236}">
                <a16:creationId xmlns:a16="http://schemas.microsoft.com/office/drawing/2014/main" id="{CFF13870-9245-47AF-BE3E-5D544303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3"/>
          </a:solidFill>
          <a:ln xmlns:a="http://schemas.openxmlformats.org/drawingml/2006/main" w="0">
            <a:solidFill>
              <a:srgbClr val="DCE6F3"/>
            </a:solidFill>
            <a:prstDash val="solid"/>
          </a:ln>
        </p:spPr>
      </p:sp>
      <p:sp>
        <p:nvSpPr>
          <p:cNvPr id="40" name="card-01-mini-progress-fill">
            <a:extLst xmlns:a="http://schemas.openxmlformats.org/drawingml/2006/main">
              <a:ext uri="{FF2B5EF4-FFF2-40B4-BE49-F238E27FC236}">
                <a16:creationId xmlns:a16="http://schemas.microsoft.com/office/drawing/2014/main" id="{FA275B04-C2DE-4125-A300-B25B68E2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2476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1" name="card-01-mini-cam-1">
            <a:extLst xmlns:a="http://schemas.openxmlformats.org/drawingml/2006/main">
              <a:ext uri="{FF2B5EF4-FFF2-40B4-BE49-F238E27FC236}">
                <a16:creationId xmlns:a16="http://schemas.microsoft.com/office/drawing/2014/main" id="{3E48612F-C4FE-4234-A533-8BB5872A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9775"/>
            <a:ext cx="419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8DC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card-01-mini-cam-live-1">
            <a:extLst xmlns:a="http://schemas.openxmlformats.org/drawingml/2006/main">
              <a:ext uri="{FF2B5EF4-FFF2-40B4-BE49-F238E27FC236}">
                <a16:creationId xmlns:a16="http://schemas.microsoft.com/office/drawing/2014/main" id="{A2CB20FB-7202-427B-8BAA-36E0659D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057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ard-01-mini-cam-label-1">
            <a:extLst xmlns:a="http://schemas.openxmlformats.org/drawingml/2006/main">
              <a:ext uri="{FF2B5EF4-FFF2-40B4-BE49-F238E27FC236}">
                <a16:creationId xmlns:a16="http://schemas.microsoft.com/office/drawing/2014/main" id="{BAFE3381-EE8A-416C-9AC4-214E774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47875"/>
            <a:ext cx="2381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CAM 1</a:t>
            </a:r>
          </a:p>
        </p:txBody>
      </p:sp>
      <p:sp>
        <p:nvSpPr>
          <p:cNvPr id="44" name="card-01-mini-cam-line-1">
            <a:extLst xmlns:a="http://schemas.openxmlformats.org/drawingml/2006/main">
              <a:ext uri="{FF2B5EF4-FFF2-40B4-BE49-F238E27FC236}">
                <a16:creationId xmlns:a16="http://schemas.microsoft.com/office/drawing/2014/main" id="{5A8F99C9-2CF7-496C-9B70-59DB6B2A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9CE"/>
            </a:solidFill>
            <a:prstDash val="solid"/>
          </a:ln>
        </p:spPr>
      </p:sp>
      <p:sp>
        <p:nvSpPr>
          <p:cNvPr id="45" name="card-01-mini-cam-2">
            <a:extLst xmlns:a="http://schemas.openxmlformats.org/drawingml/2006/main">
              <a:ext uri="{FF2B5EF4-FFF2-40B4-BE49-F238E27FC236}">
                <a16:creationId xmlns:a16="http://schemas.microsoft.com/office/drawing/2014/main" id="{B40416DA-CEF4-4311-B7A8-1E20EB6A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09775"/>
            <a:ext cx="419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8DC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card-01-mini-cam-live-2">
            <a:extLst xmlns:a="http://schemas.openxmlformats.org/drawingml/2006/main">
              <a:ext uri="{FF2B5EF4-FFF2-40B4-BE49-F238E27FC236}">
                <a16:creationId xmlns:a16="http://schemas.microsoft.com/office/drawing/2014/main" id="{3E32BDAB-4AC7-4AA0-B987-C4A1935F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057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ard-01-mini-cam-label-2">
            <a:extLst xmlns:a="http://schemas.openxmlformats.org/drawingml/2006/main">
              <a:ext uri="{FF2B5EF4-FFF2-40B4-BE49-F238E27FC236}">
                <a16:creationId xmlns:a16="http://schemas.microsoft.com/office/drawing/2014/main" id="{F9D2745F-907B-42FD-8A96-5507BBE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47875"/>
            <a:ext cx="2381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CAM 2</a:t>
            </a:r>
          </a:p>
        </p:txBody>
      </p:sp>
      <p:sp>
        <p:nvSpPr>
          <p:cNvPr id="48" name="card-01-mini-cam-line-2">
            <a:extLst xmlns:a="http://schemas.openxmlformats.org/drawingml/2006/main">
              <a:ext uri="{FF2B5EF4-FFF2-40B4-BE49-F238E27FC236}">
                <a16:creationId xmlns:a16="http://schemas.microsoft.com/office/drawing/2014/main" id="{96132B33-40B7-43AE-A9C7-1BB06A9B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9CE"/>
            </a:solidFill>
            <a:prstDash val="solid"/>
          </a:ln>
        </p:spPr>
      </p:sp>
      <p:sp>
        <p:nvSpPr>
          <p:cNvPr id="49" name="card-01-mini-cam-3">
            <a:extLst xmlns:a="http://schemas.openxmlformats.org/drawingml/2006/main">
              <a:ext uri="{FF2B5EF4-FFF2-40B4-BE49-F238E27FC236}">
                <a16:creationId xmlns:a16="http://schemas.microsoft.com/office/drawing/2014/main" id="{195620DB-34B0-4A08-AC4B-6EE19B1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419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DEA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card-01-mini-cam-live-3">
            <a:extLst xmlns:a="http://schemas.openxmlformats.org/drawingml/2006/main">
              <a:ext uri="{FF2B5EF4-FFF2-40B4-BE49-F238E27FC236}">
                <a16:creationId xmlns:a16="http://schemas.microsoft.com/office/drawing/2014/main" id="{A7F6F3FA-956A-48EA-B941-E639B61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381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ard-01-mini-cam-label-3">
            <a:extLst xmlns:a="http://schemas.openxmlformats.org/drawingml/2006/main">
              <a:ext uri="{FF2B5EF4-FFF2-40B4-BE49-F238E27FC236}">
                <a16:creationId xmlns:a16="http://schemas.microsoft.com/office/drawing/2014/main" id="{F87AA08A-1E28-4E31-8BAD-569A466D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71725"/>
            <a:ext cx="2381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CAM 3</a:t>
            </a:r>
          </a:p>
        </p:txBody>
      </p:sp>
      <p:sp>
        <p:nvSpPr>
          <p:cNvPr id="52" name="card-01-mini-cam-line-3">
            <a:extLst xmlns:a="http://schemas.openxmlformats.org/drawingml/2006/main">
              <a:ext uri="{FF2B5EF4-FFF2-40B4-BE49-F238E27FC236}">
                <a16:creationId xmlns:a16="http://schemas.microsoft.com/office/drawing/2014/main" id="{586E35AE-A80D-4E14-9817-DE6398A1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9CE"/>
            </a:solidFill>
            <a:prstDash val="solid"/>
          </a:ln>
        </p:spPr>
      </p:sp>
      <p:sp>
        <p:nvSpPr>
          <p:cNvPr id="53" name="card-01-mini-cam-4">
            <a:extLst xmlns:a="http://schemas.openxmlformats.org/drawingml/2006/main">
              <a:ext uri="{FF2B5EF4-FFF2-40B4-BE49-F238E27FC236}">
                <a16:creationId xmlns:a16="http://schemas.microsoft.com/office/drawing/2014/main" id="{4C38405A-A3B3-4E8C-B189-9949FAF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3625"/>
            <a:ext cx="419100" cy="2667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C8DC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card-01-mini-cam-live-4">
            <a:extLst xmlns:a="http://schemas.openxmlformats.org/drawingml/2006/main">
              <a:ext uri="{FF2B5EF4-FFF2-40B4-BE49-F238E27FC236}">
                <a16:creationId xmlns:a16="http://schemas.microsoft.com/office/drawing/2014/main" id="{5E46AF67-685A-4590-946F-5ECF7E1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381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ard-01-mini-cam-label-4">
            <a:extLst xmlns:a="http://schemas.openxmlformats.org/drawingml/2006/main">
              <a:ext uri="{FF2B5EF4-FFF2-40B4-BE49-F238E27FC236}">
                <a16:creationId xmlns:a16="http://schemas.microsoft.com/office/drawing/2014/main" id="{0C471AC3-F59A-439A-BB09-EA4F8C4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71725"/>
            <a:ext cx="238125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CAM 4</a:t>
            </a:r>
          </a:p>
        </p:txBody>
      </p:sp>
      <p:sp>
        <p:nvSpPr>
          <p:cNvPr id="56" name="card-01-mini-cam-line-4">
            <a:extLst xmlns:a="http://schemas.openxmlformats.org/drawingml/2006/main">
              <a:ext uri="{FF2B5EF4-FFF2-40B4-BE49-F238E27FC236}">
                <a16:creationId xmlns:a16="http://schemas.microsoft.com/office/drawing/2014/main" id="{A53BF6B3-C485-45E5-8FF9-97A8E74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146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A9CE"/>
            </a:solidFill>
            <a:prstDash val="solid"/>
          </a:ln>
        </p:spPr>
      </p:sp>
      <p:sp>
        <p:nvSpPr>
          <p:cNvPr id="57" name="card-01-mini-live-bg">
            <a:extLst xmlns:a="http://schemas.openxmlformats.org/drawingml/2006/main">
              <a:ext uri="{FF2B5EF4-FFF2-40B4-BE49-F238E27FC236}">
                <a16:creationId xmlns:a16="http://schemas.microsoft.com/office/drawing/2014/main" id="{AC94B846-4B7E-4AF0-9B9F-18FFF11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2857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8E8D4"/>
            </a:solidFill>
            <a:prstDash val="solid"/>
          </a:ln>
        </p:spPr>
      </p:sp>
      <p:sp>
        <p:nvSpPr>
          <p:cNvPr id="58" name="card-01-mini-live-text">
            <a:extLst xmlns:a="http://schemas.openxmlformats.org/drawingml/2006/main">
              <a:ext uri="{FF2B5EF4-FFF2-40B4-BE49-F238E27FC236}">
                <a16:creationId xmlns:a16="http://schemas.microsoft.com/office/drawing/2014/main" id="{A5984A55-7C85-4F52-AB34-457EB96D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2857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10A56A"/>
                </a:solidFill>
                <a:latin typeface="Malgun Gothic"/>
                <a:ea typeface="Malgun Gothic"/>
                <a:cs typeface="Malgun Gothic"/>
              </a:defRPr>
            </a:pPr>
            <a:r>
              <a:rPr sz="488" b="1">
                <a:solidFill>
                  <a:srgbClr val="10A56A"/>
                </a:solidFill>
                <a:latin typeface="Malgun Gothic"/>
                <a:ea typeface="Malgun Gothic"/>
                <a:cs typeface="Malgun Gothic"/>
              </a:rPr>
              <a:t>LIVE</a:t>
            </a:r>
          </a:p>
        </p:txBody>
      </p:sp>
      <p:sp>
        <p:nvSpPr>
          <p:cNvPr id="59" name="card-01-summary">
            <a:extLst xmlns:a="http://schemas.openxmlformats.org/drawingml/2006/main">
              <a:ext uri="{FF2B5EF4-FFF2-40B4-BE49-F238E27FC236}">
                <a16:creationId xmlns:a16="http://schemas.microsoft.com/office/drawing/2014/main" id="{632A3D08-7A1F-4DA3-9554-BEDCA5FD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0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입고 차량과 대기 현황, 다중 카메라 검수를 한 화면에 모았습니다.</a:t>
            </a:r>
          </a:p>
        </p:txBody>
      </p:sp>
      <p:sp>
        <p:nvSpPr>
          <p:cNvPr id="60" name="card-01-label">
            <a:extLst xmlns:a="http://schemas.openxmlformats.org/drawingml/2006/main">
              <a:ext uri="{FF2B5EF4-FFF2-40B4-BE49-F238E27FC236}">
                <a16:creationId xmlns:a16="http://schemas.microsoft.com/office/drawing/2014/main" id="{CA9D2A25-C562-4CD3-8419-EA3E7FDE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76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61" name="card-01-divider">
            <a:extLst xmlns:a="http://schemas.openxmlformats.org/drawingml/2006/main">
              <a:ext uri="{FF2B5EF4-FFF2-40B4-BE49-F238E27FC236}">
                <a16:creationId xmlns:a16="http://schemas.microsoft.com/office/drawing/2014/main" id="{6FCEF4D1-F623-471A-806C-33CE44E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52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62" name="card-01-bullet-1-check-bg">
            <a:extLst xmlns:a="http://schemas.openxmlformats.org/drawingml/2006/main">
              <a:ext uri="{FF2B5EF4-FFF2-40B4-BE49-F238E27FC236}">
                <a16:creationId xmlns:a16="http://schemas.microsoft.com/office/drawing/2014/main" id="{A85549A8-FAA1-46E5-9635-58F92FFB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86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3" name="card-01-bullet-1-check">
            <a:extLst xmlns:a="http://schemas.openxmlformats.org/drawingml/2006/main">
              <a:ext uri="{FF2B5EF4-FFF2-40B4-BE49-F238E27FC236}">
                <a16:creationId xmlns:a16="http://schemas.microsoft.com/office/drawing/2014/main" id="{EB1555E1-C510-4668-87C9-311FEBD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1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64" name="card-01-bullet-1-copy">
            <a:extLst xmlns:a="http://schemas.openxmlformats.org/drawingml/2006/main">
              <a:ext uri="{FF2B5EF4-FFF2-40B4-BE49-F238E27FC236}">
                <a16:creationId xmlns:a16="http://schemas.microsoft.com/office/drawing/2014/main" id="{CAE9FB67-DE5C-41C2-8D3A-B829C2D5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76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입고 차량·대기 현황 한눈에</a:t>
            </a:r>
          </a:p>
        </p:txBody>
      </p:sp>
      <p:sp>
        <p:nvSpPr>
          <p:cNvPr id="65" name="card-01-bullet-2-check-bg">
            <a:extLst xmlns:a="http://schemas.openxmlformats.org/drawingml/2006/main">
              <a:ext uri="{FF2B5EF4-FFF2-40B4-BE49-F238E27FC236}">
                <a16:creationId xmlns:a16="http://schemas.microsoft.com/office/drawing/2014/main" id="{1E355B29-1C3C-4EB3-853E-3D87ADA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6" name="card-01-bullet-2-check">
            <a:extLst xmlns:a="http://schemas.openxmlformats.org/drawingml/2006/main">
              <a:ext uri="{FF2B5EF4-FFF2-40B4-BE49-F238E27FC236}">
                <a16:creationId xmlns:a16="http://schemas.microsoft.com/office/drawing/2014/main" id="{9A61A320-4F79-4C88-9BF1-81F3AEA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81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67" name="card-01-bullet-2-copy">
            <a:extLst xmlns:a="http://schemas.openxmlformats.org/drawingml/2006/main">
              <a:ext uri="{FF2B5EF4-FFF2-40B4-BE49-F238E27FC236}">
                <a16:creationId xmlns:a16="http://schemas.microsoft.com/office/drawing/2014/main" id="{7B3E8626-9377-40DD-9D9B-39729F93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86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6채널 카메라 연결 상태 확인</a:t>
            </a:r>
          </a:p>
        </p:txBody>
      </p:sp>
      <p:sp>
        <p:nvSpPr>
          <p:cNvPr id="68" name="card-02-surface">
            <a:extLst xmlns:a="http://schemas.openxmlformats.org/drawingml/2006/main">
              <a:ext uri="{FF2B5EF4-FFF2-40B4-BE49-F238E27FC236}">
                <a16:creationId xmlns:a16="http://schemas.microsoft.com/office/drawing/2014/main" id="{8A25EA21-E29A-487C-A92B-1B4CE03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257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9" name="card-02-rail">
            <a:extLst xmlns:a="http://schemas.openxmlformats.org/drawingml/2006/main">
              <a:ext uri="{FF2B5EF4-FFF2-40B4-BE49-F238E27FC236}">
                <a16:creationId xmlns:a16="http://schemas.microsoft.com/office/drawing/2014/main" id="{FFFAD690-C5F8-4E12-8E8C-A53A3E22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390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70" name="card-02-category-bg">
            <a:extLst xmlns:a="http://schemas.openxmlformats.org/drawingml/2006/main">
              <a:ext uri="{FF2B5EF4-FFF2-40B4-BE49-F238E27FC236}">
                <a16:creationId xmlns:a16="http://schemas.microsoft.com/office/drawing/2014/main" id="{28EC31E8-2689-49D3-90A2-23245E8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381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71" name="card-02-category-text">
            <a:extLst xmlns:a="http://schemas.openxmlformats.org/drawingml/2006/main">
              <a:ext uri="{FF2B5EF4-FFF2-40B4-BE49-F238E27FC236}">
                <a16:creationId xmlns:a16="http://schemas.microsoft.com/office/drawing/2014/main" id="{B5E0DDE7-E931-427E-9386-A896721B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381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 공정품질</a:t>
            </a:r>
          </a:p>
        </p:txBody>
      </p:sp>
      <p:sp>
        <p:nvSpPr>
          <p:cNvPr id="72" name="card-02-title">
            <a:extLst xmlns:a="http://schemas.openxmlformats.org/drawingml/2006/main">
              <a:ext uri="{FF2B5EF4-FFF2-40B4-BE49-F238E27FC236}">
                <a16:creationId xmlns:a16="http://schemas.microsoft.com/office/drawing/2014/main" id="{6943B102-A792-419A-85A1-92046D35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35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AI 유리간격검사</a:t>
            </a:r>
          </a:p>
        </p:txBody>
      </p:sp>
      <p:sp>
        <p:nvSpPr>
          <p:cNvPr id="73" name="card-02-route">
            <a:extLst xmlns:a="http://schemas.openxmlformats.org/drawingml/2006/main">
              <a:ext uri="{FF2B5EF4-FFF2-40B4-BE49-F238E27FC236}">
                <a16:creationId xmlns:a16="http://schemas.microsoft.com/office/drawing/2014/main" id="{4F130757-CB53-49D5-A3CE-5790A656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619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/production/glass-gap-check</a:t>
            </a:r>
          </a:p>
        </p:txBody>
      </p:sp>
      <p:sp>
        <p:nvSpPr>
          <p:cNvPr id="74" name="card-02-mini-frame">
            <a:extLst xmlns:a="http://schemas.openxmlformats.org/drawingml/2006/main">
              <a:ext uri="{FF2B5EF4-FFF2-40B4-BE49-F238E27FC236}">
                <a16:creationId xmlns:a16="http://schemas.microsoft.com/office/drawing/2014/main" id="{BD90BDDB-3657-461B-8EEA-07D1B0C3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790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75" name="card-02-mini-topbar">
            <a:extLst xmlns:a="http://schemas.openxmlformats.org/drawingml/2006/main">
              <a:ext uri="{FF2B5EF4-FFF2-40B4-BE49-F238E27FC236}">
                <a16:creationId xmlns:a16="http://schemas.microsoft.com/office/drawing/2014/main" id="{5F93E62A-6F60-4147-A139-09BE3F6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0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76" name="card-02-mini-topmask">
            <a:extLst xmlns:a="http://schemas.openxmlformats.org/drawingml/2006/main">
              <a:ext uri="{FF2B5EF4-FFF2-40B4-BE49-F238E27FC236}">
                <a16:creationId xmlns:a16="http://schemas.microsoft.com/office/drawing/2014/main" id="{69B945EE-ABE6-46A2-A488-7F21A369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ard-02-mini-window-dot-0">
            <a:extLst xmlns:a="http://schemas.openxmlformats.org/drawingml/2006/main">
              <a:ext uri="{FF2B5EF4-FFF2-40B4-BE49-F238E27FC236}">
                <a16:creationId xmlns:a16="http://schemas.microsoft.com/office/drawing/2014/main" id="{FB0117F2-8E27-4EB2-BDE8-0777B74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ard-02-mini-window-dot-1">
            <a:extLst xmlns:a="http://schemas.openxmlformats.org/drawingml/2006/main">
              <a:ext uri="{FF2B5EF4-FFF2-40B4-BE49-F238E27FC236}">
                <a16:creationId xmlns:a16="http://schemas.microsoft.com/office/drawing/2014/main" id="{5ED1EFAD-F746-4602-B0D3-FFFF715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ard-02-mini-window-dot-2">
            <a:extLst xmlns:a="http://schemas.openxmlformats.org/drawingml/2006/main">
              <a:ext uri="{FF2B5EF4-FFF2-40B4-BE49-F238E27FC236}">
                <a16:creationId xmlns:a16="http://schemas.microsoft.com/office/drawing/2014/main" id="{49571337-A84A-49A0-87E7-33E3513B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4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ard-02-mini-screen">
            <a:extLst xmlns:a="http://schemas.openxmlformats.org/drawingml/2006/main">
              <a:ext uri="{FF2B5EF4-FFF2-40B4-BE49-F238E27FC236}">
                <a16:creationId xmlns:a16="http://schemas.microsoft.com/office/drawing/2014/main" id="{C52A76D7-CC1F-4C09-85AC-A66676B2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00250"/>
            <a:ext cx="1066800" cy="733425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43D5D"/>
            </a:solidFill>
            <a:prstDash val="solid"/>
          </a:ln>
        </p:spPr>
      </p:sp>
      <p:sp>
        <p:nvSpPr>
          <p:cNvPr id="81" name="card-02-mini-product">
            <a:extLst xmlns:a="http://schemas.openxmlformats.org/drawingml/2006/main">
              <a:ext uri="{FF2B5EF4-FFF2-40B4-BE49-F238E27FC236}">
                <a16:creationId xmlns:a16="http://schemas.microsoft.com/office/drawing/2014/main" id="{F7BFA6A1-54D4-4B57-A684-61406F65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62175"/>
            <a:ext cx="57150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D8E5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card-02-mini-corner-0">
            <a:extLst xmlns:a="http://schemas.openxmlformats.org/drawingml/2006/main">
              <a:ext uri="{FF2B5EF4-FFF2-40B4-BE49-F238E27FC236}">
                <a16:creationId xmlns:a16="http://schemas.microsoft.com/office/drawing/2014/main" id="{54A2F5D2-2653-4F38-AC96-3524920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133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B5FF"/>
            </a:solidFill>
            <a:prstDash val="solid"/>
          </a:ln>
        </p:spPr>
      </p:sp>
      <p:sp>
        <p:nvSpPr>
          <p:cNvPr id="83" name="card-02-mini-corner-1">
            <a:extLst xmlns:a="http://schemas.openxmlformats.org/drawingml/2006/main">
              <a:ext uri="{FF2B5EF4-FFF2-40B4-BE49-F238E27FC236}">
                <a16:creationId xmlns:a16="http://schemas.microsoft.com/office/drawing/2014/main" id="{7476B648-70F1-4CB3-90F1-E01C822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133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B5FF"/>
            </a:solidFill>
            <a:prstDash val="solid"/>
          </a:ln>
        </p:spPr>
      </p:sp>
      <p:sp>
        <p:nvSpPr>
          <p:cNvPr id="84" name="card-02-mini-corner-2">
            <a:extLst xmlns:a="http://schemas.openxmlformats.org/drawingml/2006/main">
              <a:ext uri="{FF2B5EF4-FFF2-40B4-BE49-F238E27FC236}">
                <a16:creationId xmlns:a16="http://schemas.microsoft.com/office/drawing/2014/main" id="{2432D064-9844-46E6-AC5C-C15BD327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14600"/>
            <a:ext cx="133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B5FF"/>
            </a:solidFill>
            <a:prstDash val="solid"/>
          </a:ln>
        </p:spPr>
      </p:sp>
      <p:sp>
        <p:nvSpPr>
          <p:cNvPr id="85" name="card-02-mini-corner-3">
            <a:extLst xmlns:a="http://schemas.openxmlformats.org/drawingml/2006/main">
              <a:ext uri="{FF2B5EF4-FFF2-40B4-BE49-F238E27FC236}">
                <a16:creationId xmlns:a16="http://schemas.microsoft.com/office/drawing/2014/main" id="{4C16CA65-7FC8-496B-A09D-E1478A4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133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A5A"/>
            </a:solidFill>
            <a:prstDash val="solid"/>
          </a:ln>
        </p:spPr>
      </p:sp>
      <p:sp>
        <p:nvSpPr>
          <p:cNvPr id="86" name="card-02-mini-cross-h">
            <a:extLst xmlns:a="http://schemas.openxmlformats.org/drawingml/2006/main">
              <a:ext uri="{FF2B5EF4-FFF2-40B4-BE49-F238E27FC236}">
                <a16:creationId xmlns:a16="http://schemas.microsoft.com/office/drawing/2014/main" id="{A4430388-7DE7-4BC0-A978-0590A69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286000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7" name="card-02-mini-cross-v">
            <a:extLst xmlns:a="http://schemas.openxmlformats.org/drawingml/2006/main">
              <a:ext uri="{FF2B5EF4-FFF2-40B4-BE49-F238E27FC236}">
                <a16:creationId xmlns:a16="http://schemas.microsoft.com/office/drawing/2014/main" id="{7F0FBBAA-D777-424C-94D1-BEBC88F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288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8" name="card-02-mini-side">
            <a:extLst xmlns:a="http://schemas.openxmlformats.org/drawingml/2006/main">
              <a:ext uri="{FF2B5EF4-FFF2-40B4-BE49-F238E27FC236}">
                <a16:creationId xmlns:a16="http://schemas.microsoft.com/office/drawing/2014/main" id="{6B44DBED-A1D3-4731-BE25-CC6F7A1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00250"/>
            <a:ext cx="381000" cy="733425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89" name="card-02-mini-ng-bg">
            <a:extLst xmlns:a="http://schemas.openxmlformats.org/drawingml/2006/main">
              <a:ext uri="{FF2B5EF4-FFF2-40B4-BE49-F238E27FC236}">
                <a16:creationId xmlns:a16="http://schemas.microsoft.com/office/drawing/2014/main" id="{CB61524C-EBE5-46FB-9BFC-478765CD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66925"/>
            <a:ext cx="2286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7C6CD"/>
            </a:solidFill>
            <a:prstDash val="solid"/>
          </a:ln>
        </p:spPr>
      </p:sp>
      <p:sp>
        <p:nvSpPr>
          <p:cNvPr id="90" name="card-02-mini-ng-text">
            <a:extLst xmlns:a="http://schemas.openxmlformats.org/drawingml/2006/main">
              <a:ext uri="{FF2B5EF4-FFF2-40B4-BE49-F238E27FC236}">
                <a16:creationId xmlns:a16="http://schemas.microsoft.com/office/drawing/2014/main" id="{DD31CF93-57CC-4961-80F6-2A89D33A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669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defRPr>
            </a:pPr>
            <a:r>
              <a:rPr sz="600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rPr>
              <a:t>NG</a:t>
            </a:r>
          </a:p>
        </p:txBody>
      </p:sp>
      <p:sp>
        <p:nvSpPr>
          <p:cNvPr id="91" name="card-02-mini-judge">
            <a:extLst xmlns:a="http://schemas.openxmlformats.org/drawingml/2006/main">
              <a:ext uri="{FF2B5EF4-FFF2-40B4-BE49-F238E27FC236}">
                <a16:creationId xmlns:a16="http://schemas.microsoft.com/office/drawing/2014/main" id="{59D74556-3BA4-48FA-9BB3-646FBD03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47900"/>
            <a:ext cx="2286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1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92" name="card-02-mini-judge-value">
            <a:extLst xmlns:a="http://schemas.openxmlformats.org/drawingml/2006/main">
              <a:ext uri="{FF2B5EF4-FFF2-40B4-BE49-F238E27FC236}">
                <a16:creationId xmlns:a16="http://schemas.microsoft.com/office/drawing/2014/main" id="{31AD8F11-8893-4C70-A3CA-0790B862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43150"/>
            <a:ext cx="228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rPr>
              <a:t>A4</a:t>
            </a:r>
          </a:p>
        </p:txBody>
      </p:sp>
      <p:sp>
        <p:nvSpPr>
          <p:cNvPr id="93" name="card-02-mini-history-a">
            <a:extLst xmlns:a="http://schemas.openxmlformats.org/drawingml/2006/main">
              <a:ext uri="{FF2B5EF4-FFF2-40B4-BE49-F238E27FC236}">
                <a16:creationId xmlns:a16="http://schemas.microsoft.com/office/drawing/2014/main" id="{34DFBBAC-77E6-4A90-9E29-8DD35FD4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52700"/>
            <a:ext cx="228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4" name="card-02-mini-history-b">
            <a:extLst xmlns:a="http://schemas.openxmlformats.org/drawingml/2006/main">
              <a:ext uri="{FF2B5EF4-FFF2-40B4-BE49-F238E27FC236}">
                <a16:creationId xmlns:a16="http://schemas.microsoft.com/office/drawing/2014/main" id="{32E318A4-8EBB-4B38-914C-CA86A2F1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28900"/>
            <a:ext cx="16192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FC5F7"/>
          </a:solidFill>
          <a:ln xmlns:a="http://schemas.openxmlformats.org/drawingml/2006/main" w="0">
            <a:solidFill>
              <a:srgbClr val="9FC5F7"/>
            </a:solidFill>
            <a:prstDash val="solid"/>
          </a:ln>
        </p:spPr>
      </p:sp>
      <p:sp>
        <p:nvSpPr>
          <p:cNvPr id="95" name="card-02-summary">
            <a:extLst xmlns:a="http://schemas.openxmlformats.org/drawingml/2006/main">
              <a:ext uri="{FF2B5EF4-FFF2-40B4-BE49-F238E27FC236}">
                <a16:creationId xmlns:a16="http://schemas.microsoft.com/office/drawing/2014/main" id="{7C95F3D8-346C-451A-B0DF-A5A7799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800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모서리별 검사 영상과 OK·NG 판정 이력을 즉시 비교합니다.</a:t>
            </a:r>
          </a:p>
        </p:txBody>
      </p:sp>
      <p:sp>
        <p:nvSpPr>
          <p:cNvPr id="96" name="card-02-label">
            <a:extLst xmlns:a="http://schemas.openxmlformats.org/drawingml/2006/main">
              <a:ext uri="{FF2B5EF4-FFF2-40B4-BE49-F238E27FC236}">
                <a16:creationId xmlns:a16="http://schemas.microsoft.com/office/drawing/2014/main" id="{E7E04EA1-C87B-4EF1-9AAA-AF320CB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76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97" name="card-02-divider">
            <a:extLst xmlns:a="http://schemas.openxmlformats.org/drawingml/2006/main">
              <a:ext uri="{FF2B5EF4-FFF2-40B4-BE49-F238E27FC236}">
                <a16:creationId xmlns:a16="http://schemas.microsoft.com/office/drawing/2014/main" id="{D7B35A9E-3676-484B-A8B0-E4427C4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52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98" name="card-02-bullet-1-check-bg">
            <a:extLst xmlns:a="http://schemas.openxmlformats.org/drawingml/2006/main">
              <a:ext uri="{FF2B5EF4-FFF2-40B4-BE49-F238E27FC236}">
                <a16:creationId xmlns:a16="http://schemas.microsoft.com/office/drawing/2014/main" id="{666BB2C4-B937-43C5-97EA-880929E6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86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99" name="card-02-bullet-1-check">
            <a:extLst xmlns:a="http://schemas.openxmlformats.org/drawingml/2006/main">
              <a:ext uri="{FF2B5EF4-FFF2-40B4-BE49-F238E27FC236}">
                <a16:creationId xmlns:a16="http://schemas.microsoft.com/office/drawing/2014/main" id="{3C218156-F295-41E4-8437-B32228D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71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00" name="card-02-bullet-1-copy">
            <a:extLst xmlns:a="http://schemas.openxmlformats.org/drawingml/2006/main">
              <a:ext uri="{FF2B5EF4-FFF2-40B4-BE49-F238E27FC236}">
                <a16:creationId xmlns:a16="http://schemas.microsoft.com/office/drawing/2014/main" id="{616F6803-D154-4E0B-8685-9189FB68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모서리별 OK·NG 집중 확인</a:t>
            </a:r>
          </a:p>
        </p:txBody>
      </p:sp>
      <p:sp>
        <p:nvSpPr>
          <p:cNvPr id="101" name="card-02-bullet-2-check-bg">
            <a:extLst xmlns:a="http://schemas.openxmlformats.org/drawingml/2006/main">
              <a:ext uri="{FF2B5EF4-FFF2-40B4-BE49-F238E27FC236}">
                <a16:creationId xmlns:a16="http://schemas.microsoft.com/office/drawing/2014/main" id="{4C85D3DE-69FE-46EC-9F5D-BDBB154C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9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02" name="card-02-bullet-2-check">
            <a:extLst xmlns:a="http://schemas.openxmlformats.org/drawingml/2006/main">
              <a:ext uri="{FF2B5EF4-FFF2-40B4-BE49-F238E27FC236}">
                <a16:creationId xmlns:a16="http://schemas.microsoft.com/office/drawing/2014/main" id="{29BE5465-60AC-4262-97B6-887CEFF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81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03" name="card-02-bullet-2-copy">
            <a:extLst xmlns:a="http://schemas.openxmlformats.org/drawingml/2006/main">
              <a:ext uri="{FF2B5EF4-FFF2-40B4-BE49-F238E27FC236}">
                <a16:creationId xmlns:a16="http://schemas.microsoft.com/office/drawing/2014/main" id="{F5B54254-3BB0-4653-BAD2-B4B0181C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검사 이력과 원본 이미지 조회</a:t>
            </a:r>
          </a:p>
        </p:txBody>
      </p:sp>
      <p:sp>
        <p:nvSpPr>
          <p:cNvPr id="104" name="card-03-surface">
            <a:extLst xmlns:a="http://schemas.openxmlformats.org/drawingml/2006/main">
              <a:ext uri="{FF2B5EF4-FFF2-40B4-BE49-F238E27FC236}">
                <a16:creationId xmlns:a16="http://schemas.microsoft.com/office/drawing/2014/main" id="{F70E2042-4C22-4476-A2C5-F96A3AF9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62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5" name="card-03-rail">
            <a:extLst xmlns:a="http://schemas.openxmlformats.org/drawingml/2006/main">
              <a:ext uri="{FF2B5EF4-FFF2-40B4-BE49-F238E27FC236}">
                <a16:creationId xmlns:a16="http://schemas.microsoft.com/office/drawing/2014/main" id="{83A10030-4629-4C91-9D99-98E0614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95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06" name="card-03-category-bg">
            <a:extLst xmlns:a="http://schemas.openxmlformats.org/drawingml/2006/main">
              <a:ext uri="{FF2B5EF4-FFF2-40B4-BE49-F238E27FC236}">
                <a16:creationId xmlns:a16="http://schemas.microsoft.com/office/drawing/2014/main" id="{0D75ED1C-F5DE-4729-8021-958D676E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107" name="card-03-category-text">
            <a:extLst xmlns:a="http://schemas.openxmlformats.org/drawingml/2006/main">
              <a:ext uri="{FF2B5EF4-FFF2-40B4-BE49-F238E27FC236}">
                <a16:creationId xmlns:a16="http://schemas.microsoft.com/office/drawing/2014/main" id="{B01BEC6A-7570-4EF7-B31C-B2989E13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 공정설비</a:t>
            </a:r>
          </a:p>
        </p:txBody>
      </p:sp>
      <p:sp>
        <p:nvSpPr>
          <p:cNvPr id="108" name="card-03-title">
            <a:extLst xmlns:a="http://schemas.openxmlformats.org/drawingml/2006/main">
              <a:ext uri="{FF2B5EF4-FFF2-40B4-BE49-F238E27FC236}">
                <a16:creationId xmlns:a16="http://schemas.microsoft.com/office/drawing/2014/main" id="{F1CA4923-5995-408C-8B63-36277AC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3D 설비관제</a:t>
            </a:r>
          </a:p>
        </p:txBody>
      </p:sp>
      <p:sp>
        <p:nvSpPr>
          <p:cNvPr id="109" name="card-03-route">
            <a:extLst xmlns:a="http://schemas.openxmlformats.org/drawingml/2006/main">
              <a:ext uri="{FF2B5EF4-FFF2-40B4-BE49-F238E27FC236}">
                <a16:creationId xmlns:a16="http://schemas.microsoft.com/office/drawing/2014/main" id="{2B15AE55-9DEB-438F-ABDE-44DA5BA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/production/line-monitoring</a:t>
            </a:r>
          </a:p>
        </p:txBody>
      </p:sp>
      <p:sp>
        <p:nvSpPr>
          <p:cNvPr id="110" name="card-03-mini-frame">
            <a:extLst xmlns:a="http://schemas.openxmlformats.org/drawingml/2006/main">
              <a:ext uri="{FF2B5EF4-FFF2-40B4-BE49-F238E27FC236}">
                <a16:creationId xmlns:a16="http://schemas.microsoft.com/office/drawing/2014/main" id="{FDDA9661-7C42-4031-BC57-B77BBEF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11" name="card-03-mini-topbar">
            <a:extLst xmlns:a="http://schemas.openxmlformats.org/drawingml/2006/main">
              <a:ext uri="{FF2B5EF4-FFF2-40B4-BE49-F238E27FC236}">
                <a16:creationId xmlns:a16="http://schemas.microsoft.com/office/drawing/2014/main" id="{C6E7D1DD-DD6A-431D-8F66-F003FEB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112" name="card-03-mini-topmask">
            <a:extLst xmlns:a="http://schemas.openxmlformats.org/drawingml/2006/main">
              <a:ext uri="{FF2B5EF4-FFF2-40B4-BE49-F238E27FC236}">
                <a16:creationId xmlns:a16="http://schemas.microsoft.com/office/drawing/2014/main" id="{34D4E8F4-3570-497D-989D-32DA200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card-03-mini-window-dot-0">
            <a:extLst xmlns:a="http://schemas.openxmlformats.org/drawingml/2006/main">
              <a:ext uri="{FF2B5EF4-FFF2-40B4-BE49-F238E27FC236}">
                <a16:creationId xmlns:a16="http://schemas.microsoft.com/office/drawing/2014/main" id="{C5A3650C-4FC5-4348-B11A-CB4096E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card-03-mini-window-dot-1">
            <a:extLst xmlns:a="http://schemas.openxmlformats.org/drawingml/2006/main">
              <a:ext uri="{FF2B5EF4-FFF2-40B4-BE49-F238E27FC236}">
                <a16:creationId xmlns:a16="http://schemas.microsoft.com/office/drawing/2014/main" id="{0F40CB2D-5240-41FB-888A-80C3FAAE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card-03-mini-window-dot-2">
            <a:extLst xmlns:a="http://schemas.openxmlformats.org/drawingml/2006/main">
              <a:ext uri="{FF2B5EF4-FFF2-40B4-BE49-F238E27FC236}">
                <a16:creationId xmlns:a16="http://schemas.microsoft.com/office/drawing/2014/main" id="{6398B656-51AB-474B-82DD-CFE963FE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card-03-mini-floor">
            <a:extLst xmlns:a="http://schemas.openxmlformats.org/drawingml/2006/main">
              <a:ext uri="{FF2B5EF4-FFF2-40B4-BE49-F238E27FC236}">
                <a16:creationId xmlns:a16="http://schemas.microsoft.com/office/drawing/2014/main" id="{041566BB-8113-4440-B501-EB6C78D0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66800" cy="733425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3ECF7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17" name="card-03-mini-grid-h-0">
            <a:extLst xmlns:a="http://schemas.openxmlformats.org/drawingml/2006/main">
              <a:ext uri="{FF2B5EF4-FFF2-40B4-BE49-F238E27FC236}">
                <a16:creationId xmlns:a16="http://schemas.microsoft.com/office/drawing/2014/main" id="{1F720532-DE0A-4746-9C28-53E7E6B4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18" name="card-03-mini-grid-h-1">
            <a:extLst xmlns:a="http://schemas.openxmlformats.org/drawingml/2006/main">
              <a:ext uri="{FF2B5EF4-FFF2-40B4-BE49-F238E27FC236}">
                <a16:creationId xmlns:a16="http://schemas.microsoft.com/office/drawing/2014/main" id="{3377FBB2-493A-47C8-B1D6-6ACA4DA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19" name="card-03-mini-grid-h-2">
            <a:extLst xmlns:a="http://schemas.openxmlformats.org/drawingml/2006/main">
              <a:ext uri="{FF2B5EF4-FFF2-40B4-BE49-F238E27FC236}">
                <a16:creationId xmlns:a16="http://schemas.microsoft.com/office/drawing/2014/main" id="{DB68AF58-69B2-4E78-9A20-C1C3E9C6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0" name="card-03-mini-grid-h-3">
            <a:extLst xmlns:a="http://schemas.openxmlformats.org/drawingml/2006/main">
              <a:ext uri="{FF2B5EF4-FFF2-40B4-BE49-F238E27FC236}">
                <a16:creationId xmlns:a16="http://schemas.microsoft.com/office/drawing/2014/main" id="{40C1D473-C890-4E82-A79D-35608F7E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1" name="card-03-mini-grid-v-0">
            <a:extLst xmlns:a="http://schemas.openxmlformats.org/drawingml/2006/main">
              <a:ext uri="{FF2B5EF4-FFF2-40B4-BE49-F238E27FC236}">
                <a16:creationId xmlns:a16="http://schemas.microsoft.com/office/drawing/2014/main" id="{71B367AA-F3C2-4B9F-A64F-270AEEFA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2" name="card-03-mini-grid-v-1">
            <a:extLst xmlns:a="http://schemas.openxmlformats.org/drawingml/2006/main">
              <a:ext uri="{FF2B5EF4-FFF2-40B4-BE49-F238E27FC236}">
                <a16:creationId xmlns:a16="http://schemas.microsoft.com/office/drawing/2014/main" id="{A3E94700-DDA9-45EC-A4A0-F90106B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3" name="card-03-mini-grid-v-2">
            <a:extLst xmlns:a="http://schemas.openxmlformats.org/drawingml/2006/main">
              <a:ext uri="{FF2B5EF4-FFF2-40B4-BE49-F238E27FC236}">
                <a16:creationId xmlns:a16="http://schemas.microsoft.com/office/drawing/2014/main" id="{2B206BF4-36E1-4E50-AF70-5BDB56B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4" name="card-03-mini-grid-v-3">
            <a:extLst xmlns:a="http://schemas.openxmlformats.org/drawingml/2006/main">
              <a:ext uri="{FF2B5EF4-FFF2-40B4-BE49-F238E27FC236}">
                <a16:creationId xmlns:a16="http://schemas.microsoft.com/office/drawing/2014/main" id="{9839D156-B432-4676-BA16-8BD936D7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5" name="card-03-mini-grid-v-4">
            <a:extLst xmlns:a="http://schemas.openxmlformats.org/drawingml/2006/main">
              <a:ext uri="{FF2B5EF4-FFF2-40B4-BE49-F238E27FC236}">
                <a16:creationId xmlns:a16="http://schemas.microsoft.com/office/drawing/2014/main" id="{AB8B402A-9F76-4261-9FDC-EE3DD523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6D6E9"/>
            </a:solidFill>
            <a:prstDash val="solid"/>
          </a:ln>
        </p:spPr>
      </p:sp>
      <p:sp>
        <p:nvSpPr>
          <p:cNvPr id="126" name="card-03-mini-machine-base-0">
            <a:extLst xmlns:a="http://schemas.openxmlformats.org/drawingml/2006/main">
              <a:ext uri="{FF2B5EF4-FFF2-40B4-BE49-F238E27FC236}">
                <a16:creationId xmlns:a16="http://schemas.microsoft.com/office/drawing/2014/main" id="{11D704EB-F596-49E1-A5E3-CDD25ABC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57650"/>
            <a:ext cx="19050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27" name="card-03-mini-machine-top-0">
            <a:extLst xmlns:a="http://schemas.openxmlformats.org/drawingml/2006/main">
              <a:ext uri="{FF2B5EF4-FFF2-40B4-BE49-F238E27FC236}">
                <a16:creationId xmlns:a16="http://schemas.microsoft.com/office/drawing/2014/main" id="{DEEFED84-0978-454C-8C6F-32D0E9C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100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card-03-mini-machine-status-0">
            <a:extLst xmlns:a="http://schemas.openxmlformats.org/drawingml/2006/main">
              <a:ext uri="{FF2B5EF4-FFF2-40B4-BE49-F238E27FC236}">
                <a16:creationId xmlns:a16="http://schemas.microsoft.com/office/drawing/2014/main" id="{B9B8C143-B23D-4726-83FE-5F5CA4C6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862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card-03-mini-machine-base-1">
            <a:extLst xmlns:a="http://schemas.openxmlformats.org/drawingml/2006/main">
              <a:ext uri="{FF2B5EF4-FFF2-40B4-BE49-F238E27FC236}">
                <a16:creationId xmlns:a16="http://schemas.microsoft.com/office/drawing/2014/main" id="{B74A0D18-07F0-4C98-A223-4C91CC3A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48150"/>
            <a:ext cx="19050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D7BEA"/>
          </a:solidFill>
          <a:ln xmlns:a="http://schemas.openxmlformats.org/drawingml/2006/main" w="0">
            <a:solidFill>
              <a:srgbClr val="2D7BEA"/>
            </a:solidFill>
            <a:prstDash val="solid"/>
          </a:ln>
        </p:spPr>
      </p:sp>
      <p:sp>
        <p:nvSpPr>
          <p:cNvPr id="130" name="card-03-mini-machine-top-1">
            <a:extLst xmlns:a="http://schemas.openxmlformats.org/drawingml/2006/main">
              <a:ext uri="{FF2B5EF4-FFF2-40B4-BE49-F238E27FC236}">
                <a16:creationId xmlns:a16="http://schemas.microsoft.com/office/drawing/2014/main" id="{8667BB7A-CFD8-49B0-B33A-331536F1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005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card-03-mini-machine-status-1">
            <a:extLst xmlns:a="http://schemas.openxmlformats.org/drawingml/2006/main">
              <a:ext uri="{FF2B5EF4-FFF2-40B4-BE49-F238E27FC236}">
                <a16:creationId xmlns:a16="http://schemas.microsoft.com/office/drawing/2014/main" id="{CDE58C21-8848-45A2-A61E-7CD5FEC8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67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card-03-mini-machine-base-2">
            <a:extLst xmlns:a="http://schemas.openxmlformats.org/drawingml/2006/main">
              <a:ext uri="{FF2B5EF4-FFF2-40B4-BE49-F238E27FC236}">
                <a16:creationId xmlns:a16="http://schemas.microsoft.com/office/drawing/2014/main" id="{89998785-A86F-4C1D-9184-E09DE352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29075"/>
            <a:ext cx="19050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31B5FF"/>
          </a:solidFill>
          <a:ln xmlns:a="http://schemas.openxmlformats.org/drawingml/2006/main" w="0">
            <a:solidFill>
              <a:srgbClr val="31B5FF"/>
            </a:solidFill>
            <a:prstDash val="solid"/>
          </a:ln>
        </p:spPr>
      </p:sp>
      <p:sp>
        <p:nvSpPr>
          <p:cNvPr id="133" name="card-03-mini-machine-top-2">
            <a:extLst xmlns:a="http://schemas.openxmlformats.org/drawingml/2006/main">
              <a:ext uri="{FF2B5EF4-FFF2-40B4-BE49-F238E27FC236}">
                <a16:creationId xmlns:a16="http://schemas.microsoft.com/office/drawing/2014/main" id="{5522E8CC-AC0C-4E5B-8AF1-CB98F4B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81450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rd-03-mini-machine-status-2">
            <a:extLst xmlns:a="http://schemas.openxmlformats.org/drawingml/2006/main">
              <a:ext uri="{FF2B5EF4-FFF2-40B4-BE49-F238E27FC236}">
                <a16:creationId xmlns:a16="http://schemas.microsoft.com/office/drawing/2014/main" id="{CF1BF4EB-AA12-48F8-B5F2-C1DBFCEC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rd-03-mini-machine-base-3">
            <a:extLst xmlns:a="http://schemas.openxmlformats.org/drawingml/2006/main">
              <a:ext uri="{FF2B5EF4-FFF2-40B4-BE49-F238E27FC236}">
                <a16:creationId xmlns:a16="http://schemas.microsoft.com/office/drawing/2014/main" id="{F0C9F7C8-9516-4CEE-AF4E-E05363A1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62450"/>
            <a:ext cx="190500" cy="1333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24A5A"/>
          </a:solidFill>
          <a:ln xmlns:a="http://schemas.openxmlformats.org/drawingml/2006/main" w="0">
            <a:solidFill>
              <a:srgbClr val="E24A5A"/>
            </a:solidFill>
            <a:prstDash val="solid"/>
          </a:ln>
        </p:spPr>
      </p:sp>
      <p:sp>
        <p:nvSpPr>
          <p:cNvPr id="136" name="card-03-mini-machine-top-3">
            <a:extLst xmlns:a="http://schemas.openxmlformats.org/drawingml/2006/main">
              <a:ext uri="{FF2B5EF4-FFF2-40B4-BE49-F238E27FC236}">
                <a16:creationId xmlns:a16="http://schemas.microsoft.com/office/drawing/2014/main" id="{18FDDB51-274B-41DD-B297-40E859D3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314825"/>
            <a:ext cx="114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card-03-mini-machine-status-3">
            <a:extLst xmlns:a="http://schemas.openxmlformats.org/drawingml/2006/main">
              <a:ext uri="{FF2B5EF4-FFF2-40B4-BE49-F238E27FC236}">
                <a16:creationId xmlns:a16="http://schemas.microsoft.com/office/drawing/2014/main" id="{DC0819CB-A739-461F-925B-6174CCB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910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rd-03-mini-advisor">
            <a:extLst xmlns:a="http://schemas.openxmlformats.org/drawingml/2006/main">
              <a:ext uri="{FF2B5EF4-FFF2-40B4-BE49-F238E27FC236}">
                <a16:creationId xmlns:a16="http://schemas.microsoft.com/office/drawing/2014/main" id="{A303A274-128B-42E4-82B1-EC31E207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05250"/>
            <a:ext cx="381000" cy="733425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39" name="card-03-mini-advisor-title">
            <a:extLst xmlns:a="http://schemas.openxmlformats.org/drawingml/2006/main">
              <a:ext uri="{FF2B5EF4-FFF2-40B4-BE49-F238E27FC236}">
                <a16:creationId xmlns:a16="http://schemas.microsoft.com/office/drawing/2014/main" id="{4E2648F4-6DAA-4961-8E57-C2BB2A3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6240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4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  <a:p xmlns:a="http://schemas.openxmlformats.org/drawingml/2006/main">
            <a:pPr algn="ctr">
              <a:defRPr sz="54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4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ADVISOR</a:t>
            </a:r>
          </a:p>
        </p:txBody>
      </p:sp>
      <p:sp>
        <p:nvSpPr>
          <p:cNvPr id="140" name="card-03-mini-critical-bg">
            <a:extLst xmlns:a="http://schemas.openxmlformats.org/drawingml/2006/main">
              <a:ext uri="{FF2B5EF4-FFF2-40B4-BE49-F238E27FC236}">
                <a16:creationId xmlns:a16="http://schemas.microsoft.com/office/drawing/2014/main" id="{80F31142-BD5C-40EC-B8BB-072E3CA8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57675"/>
            <a:ext cx="2667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7C6CD"/>
            </a:solidFill>
            <a:prstDash val="solid"/>
          </a:ln>
        </p:spPr>
      </p:sp>
      <p:sp>
        <p:nvSpPr>
          <p:cNvPr id="141" name="card-03-mini-critical-text">
            <a:extLst xmlns:a="http://schemas.openxmlformats.org/drawingml/2006/main">
              <a:ext uri="{FF2B5EF4-FFF2-40B4-BE49-F238E27FC236}">
                <a16:creationId xmlns:a16="http://schemas.microsoft.com/office/drawing/2014/main" id="{877C2DE5-0BD7-48DB-8FE4-53718C6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5767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defRPr>
            </a:pPr>
            <a:r>
              <a:rPr sz="52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rPr>
              <a:t>M-12</a:t>
            </a:r>
          </a:p>
        </p:txBody>
      </p:sp>
      <p:sp>
        <p:nvSpPr>
          <p:cNvPr id="142" name="card-03-mini-advisor-line-0">
            <a:extLst xmlns:a="http://schemas.openxmlformats.org/drawingml/2006/main">
              <a:ext uri="{FF2B5EF4-FFF2-40B4-BE49-F238E27FC236}">
                <a16:creationId xmlns:a16="http://schemas.microsoft.com/office/drawing/2014/main" id="{42E558DA-CBD3-4906-8659-0CACA07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48175"/>
            <a:ext cx="2571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card-03-mini-advisor-line-1">
            <a:extLst xmlns:a="http://schemas.openxmlformats.org/drawingml/2006/main">
              <a:ext uri="{FF2B5EF4-FFF2-40B4-BE49-F238E27FC236}">
                <a16:creationId xmlns:a16="http://schemas.microsoft.com/office/drawing/2014/main" id="{2B8D9721-2AB8-454B-9B69-7696D7A6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05325"/>
            <a:ext cx="2190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card-03-mini-advisor-line-2">
            <a:extLst xmlns:a="http://schemas.openxmlformats.org/drawingml/2006/main">
              <a:ext uri="{FF2B5EF4-FFF2-40B4-BE49-F238E27FC236}">
                <a16:creationId xmlns:a16="http://schemas.microsoft.com/office/drawing/2014/main" id="{BF6AE338-CF4A-42F2-8F46-CDF9E0CE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62475"/>
            <a:ext cx="1809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card-03-summary">
            <a:extLst xmlns:a="http://schemas.openxmlformats.org/drawingml/2006/main">
              <a:ext uri="{FF2B5EF4-FFF2-40B4-BE49-F238E27FC236}">
                <a16:creationId xmlns:a16="http://schemas.microsoft.com/office/drawing/2014/main" id="{3C86BF1B-F777-438E-AFA2-67B550DA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05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3D 공장 모델 위에서 설비 상태와 이상 대차를 직관적으로 찾습니다.</a:t>
            </a:r>
          </a:p>
        </p:txBody>
      </p:sp>
      <p:sp>
        <p:nvSpPr>
          <p:cNvPr id="146" name="card-03-label">
            <a:extLst xmlns:a="http://schemas.openxmlformats.org/drawingml/2006/main">
              <a:ext uri="{FF2B5EF4-FFF2-40B4-BE49-F238E27FC236}">
                <a16:creationId xmlns:a16="http://schemas.microsoft.com/office/drawing/2014/main" id="{BF401166-03D8-49B0-80DF-C9F68F0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81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47" name="card-03-divider">
            <a:extLst xmlns:a="http://schemas.openxmlformats.org/drawingml/2006/main">
              <a:ext uri="{FF2B5EF4-FFF2-40B4-BE49-F238E27FC236}">
                <a16:creationId xmlns:a16="http://schemas.microsoft.com/office/drawing/2014/main" id="{76727C26-22DC-405A-B5B2-232B49E6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57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48" name="card-03-bullet-1-check-bg">
            <a:extLst xmlns:a="http://schemas.openxmlformats.org/drawingml/2006/main">
              <a:ext uri="{FF2B5EF4-FFF2-40B4-BE49-F238E27FC236}">
                <a16:creationId xmlns:a16="http://schemas.microsoft.com/office/drawing/2014/main" id="{183A4D45-6954-4EC2-9A45-D598621D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9" name="card-03-bullet-1-check">
            <a:extLst xmlns:a="http://schemas.openxmlformats.org/drawingml/2006/main">
              <a:ext uri="{FF2B5EF4-FFF2-40B4-BE49-F238E27FC236}">
                <a16:creationId xmlns:a16="http://schemas.microsoft.com/office/drawing/2014/main" id="{5FA5154C-EBE2-467E-89E2-903F513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76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0" name="card-03-bullet-1-copy">
            <a:extLst xmlns:a="http://schemas.openxmlformats.org/drawingml/2006/main">
              <a:ext uri="{FF2B5EF4-FFF2-40B4-BE49-F238E27FC236}">
                <a16:creationId xmlns:a16="http://schemas.microsoft.com/office/drawing/2014/main" id="{98AD903E-7A8C-4BE9-9F2A-577C835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81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설비 상태를 공정 위치와 연결</a:t>
            </a:r>
          </a:p>
        </p:txBody>
      </p:sp>
      <p:sp>
        <p:nvSpPr>
          <p:cNvPr id="151" name="card-03-bullet-2-check-bg">
            <a:extLst xmlns:a="http://schemas.openxmlformats.org/drawingml/2006/main">
              <a:ext uri="{FF2B5EF4-FFF2-40B4-BE49-F238E27FC236}">
                <a16:creationId xmlns:a16="http://schemas.microsoft.com/office/drawing/2014/main" id="{1F29C2F3-7314-4E21-BCF3-B034046D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52" name="card-03-bullet-2-check">
            <a:extLst xmlns:a="http://schemas.openxmlformats.org/drawingml/2006/main">
              <a:ext uri="{FF2B5EF4-FFF2-40B4-BE49-F238E27FC236}">
                <a16:creationId xmlns:a16="http://schemas.microsoft.com/office/drawing/2014/main" id="{72151626-2059-41B2-8D8F-974C78A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86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53" name="card-03-bullet-2-copy">
            <a:extLst xmlns:a="http://schemas.openxmlformats.org/drawingml/2006/main">
              <a:ext uri="{FF2B5EF4-FFF2-40B4-BE49-F238E27FC236}">
                <a16:creationId xmlns:a16="http://schemas.microsoft.com/office/drawing/2014/main" id="{EF05EC87-DCE5-4AB9-B9AF-9DD4E39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91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이상 대차·점검 우선순위 안내</a:t>
            </a:r>
          </a:p>
        </p:txBody>
      </p:sp>
      <p:sp>
        <p:nvSpPr>
          <p:cNvPr id="154" name="card-04-surface">
            <a:extLst xmlns:a="http://schemas.openxmlformats.org/drawingml/2006/main">
              <a:ext uri="{FF2B5EF4-FFF2-40B4-BE49-F238E27FC236}">
                <a16:creationId xmlns:a16="http://schemas.microsoft.com/office/drawing/2014/main" id="{E7C2E7BE-FAFF-4E97-8782-3A4C39BE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162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5" name="card-04-rail">
            <a:extLst xmlns:a="http://schemas.openxmlformats.org/drawingml/2006/main">
              <a:ext uri="{FF2B5EF4-FFF2-40B4-BE49-F238E27FC236}">
                <a16:creationId xmlns:a16="http://schemas.microsoft.com/office/drawing/2014/main" id="{FAF897C7-3B44-48BC-BD31-C62486A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56" name="card-04-category-bg">
            <a:extLst xmlns:a="http://schemas.openxmlformats.org/drawingml/2006/main">
              <a:ext uri="{FF2B5EF4-FFF2-40B4-BE49-F238E27FC236}">
                <a16:creationId xmlns:a16="http://schemas.microsoft.com/office/drawing/2014/main" id="{03FEA33D-32FA-4EAA-AC8A-28D3345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86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157" name="card-04-category-text">
            <a:extLst xmlns:a="http://schemas.openxmlformats.org/drawingml/2006/main">
              <a:ext uri="{FF2B5EF4-FFF2-40B4-BE49-F238E27FC236}">
                <a16:creationId xmlns:a16="http://schemas.microsoft.com/office/drawing/2014/main" id="{05B4016B-DDB8-4085-B5AC-75B40C3C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86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 생산관리</a:t>
            </a:r>
          </a:p>
        </p:txBody>
      </p:sp>
      <p:sp>
        <p:nvSpPr>
          <p:cNvPr id="158" name="card-04-title">
            <a:extLst xmlns:a="http://schemas.openxmlformats.org/drawingml/2006/main">
              <a:ext uri="{FF2B5EF4-FFF2-40B4-BE49-F238E27FC236}">
                <a16:creationId xmlns:a16="http://schemas.microsoft.com/office/drawing/2014/main" id="{93215750-8529-4030-B9AF-646899FB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57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생산 흐름 분석</a:t>
            </a:r>
          </a:p>
        </p:txBody>
      </p:sp>
      <p:sp>
        <p:nvSpPr>
          <p:cNvPr id="159" name="card-04-demo-bg">
            <a:extLst xmlns:a="http://schemas.openxmlformats.org/drawingml/2006/main">
              <a:ext uri="{FF2B5EF4-FFF2-40B4-BE49-F238E27FC236}">
                <a16:creationId xmlns:a16="http://schemas.microsoft.com/office/drawing/2014/main" id="{037DB5C6-BF59-44A0-A11C-E325ED7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4000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3D49A"/>
            </a:solidFill>
            <a:prstDash val="solid"/>
          </a:ln>
        </p:spPr>
      </p:sp>
      <p:sp>
        <p:nvSpPr>
          <p:cNvPr id="160" name="card-04-demo-text">
            <a:extLst xmlns:a="http://schemas.openxmlformats.org/drawingml/2006/main">
              <a:ext uri="{FF2B5EF4-FFF2-40B4-BE49-F238E27FC236}">
                <a16:creationId xmlns:a16="http://schemas.microsoft.com/office/drawing/2014/main" id="{21AFE36C-4CD1-4AD3-AE70-D0433405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86B00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1">
                <a:solidFill>
                  <a:srgbClr val="B86B00"/>
                </a:solidFill>
                <a:latin typeface="Malgun Gothic"/>
                <a:ea typeface="Malgun Gothic"/>
                <a:cs typeface="Malgun Gothic"/>
              </a:rPr>
              <a:t>DEMO</a:t>
            </a:r>
          </a:p>
        </p:txBody>
      </p:sp>
      <p:sp>
        <p:nvSpPr>
          <p:cNvPr id="161" name="card-04-route">
            <a:extLst xmlns:a="http://schemas.openxmlformats.org/drawingml/2006/main">
              <a:ext uri="{FF2B5EF4-FFF2-40B4-BE49-F238E27FC236}">
                <a16:creationId xmlns:a16="http://schemas.microsoft.com/office/drawing/2014/main" id="{96A65960-8C89-4CD7-897C-7CE7BB2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24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/production/takttime-dashboard</a:t>
            </a:r>
          </a:p>
        </p:txBody>
      </p:sp>
      <p:sp>
        <p:nvSpPr>
          <p:cNvPr id="162" name="card-04-mini-frame">
            <a:extLst xmlns:a="http://schemas.openxmlformats.org/drawingml/2006/main">
              <a:ext uri="{FF2B5EF4-FFF2-40B4-BE49-F238E27FC236}">
                <a16:creationId xmlns:a16="http://schemas.microsoft.com/office/drawing/2014/main" id="{4DEC4633-A8F9-47FE-93B6-254698BA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95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63" name="card-04-mini-topbar">
            <a:extLst xmlns:a="http://schemas.openxmlformats.org/drawingml/2006/main">
              <a:ext uri="{FF2B5EF4-FFF2-40B4-BE49-F238E27FC236}">
                <a16:creationId xmlns:a16="http://schemas.microsoft.com/office/drawing/2014/main" id="{80D67623-0D10-4E5C-B792-B2D2135D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05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164" name="card-04-mini-topmask">
            <a:extLst xmlns:a="http://schemas.openxmlformats.org/drawingml/2006/main">
              <a:ext uri="{FF2B5EF4-FFF2-40B4-BE49-F238E27FC236}">
                <a16:creationId xmlns:a16="http://schemas.microsoft.com/office/drawing/2014/main" id="{A3BFBC67-6E28-46AE-B326-377EF7D0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90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card-04-mini-window-dot-0">
            <a:extLst xmlns:a="http://schemas.openxmlformats.org/drawingml/2006/main">
              <a:ext uri="{FF2B5EF4-FFF2-40B4-BE49-F238E27FC236}">
                <a16:creationId xmlns:a16="http://schemas.microsoft.com/office/drawing/2014/main" id="{F00CEAC0-A1C8-48FE-A38B-421A048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card-04-mini-window-dot-1">
            <a:extLst xmlns:a="http://schemas.openxmlformats.org/drawingml/2006/main">
              <a:ext uri="{FF2B5EF4-FFF2-40B4-BE49-F238E27FC236}">
                <a16:creationId xmlns:a16="http://schemas.microsoft.com/office/drawing/2014/main" id="{AF941C97-487B-4528-9B08-1E96CB5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card-04-mini-window-dot-2">
            <a:extLst xmlns:a="http://schemas.openxmlformats.org/drawingml/2006/main">
              <a:ext uri="{FF2B5EF4-FFF2-40B4-BE49-F238E27FC236}">
                <a16:creationId xmlns:a16="http://schemas.microsoft.com/office/drawing/2014/main" id="{92309170-9C2F-4589-A3A6-DE98E6D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752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card-04-mini-kpi-0">
            <a:extLst xmlns:a="http://schemas.openxmlformats.org/drawingml/2006/main">
              <a:ext uri="{FF2B5EF4-FFF2-40B4-BE49-F238E27FC236}">
                <a16:creationId xmlns:a16="http://schemas.microsoft.com/office/drawing/2014/main" id="{4331B2DD-021A-4776-814D-676C2059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4572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69" name="card-04-mini-kpi-label-0">
            <a:extLst xmlns:a="http://schemas.openxmlformats.org/drawingml/2006/main">
              <a:ext uri="{FF2B5EF4-FFF2-40B4-BE49-F238E27FC236}">
                <a16:creationId xmlns:a16="http://schemas.microsoft.com/office/drawing/2014/main" id="{18CF34AB-8D15-47E0-A182-C29604A9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52875"/>
            <a:ext cx="1524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52"/>
          </a:bodyPr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CT</a:t>
            </a:r>
          </a:p>
        </p:txBody>
      </p:sp>
      <p:sp>
        <p:nvSpPr>
          <p:cNvPr id="170" name="card-04-mini-kpi-value-0">
            <a:extLst xmlns:a="http://schemas.openxmlformats.org/drawingml/2006/main">
              <a:ext uri="{FF2B5EF4-FFF2-40B4-BE49-F238E27FC236}">
                <a16:creationId xmlns:a16="http://schemas.microsoft.com/office/drawing/2014/main" id="{1B3AF2CF-884C-4715-AFBA-82977158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29075"/>
            <a:ext cx="361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43s</a:t>
            </a:r>
          </a:p>
        </p:txBody>
      </p:sp>
      <p:sp>
        <p:nvSpPr>
          <p:cNvPr id="171" name="card-04-mini-kpi-1">
            <a:extLst xmlns:a="http://schemas.openxmlformats.org/drawingml/2006/main">
              <a:ext uri="{FF2B5EF4-FFF2-40B4-BE49-F238E27FC236}">
                <a16:creationId xmlns:a16="http://schemas.microsoft.com/office/drawing/2014/main" id="{968E4F4D-6680-4A0D-9081-FA00007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05250"/>
            <a:ext cx="4572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72" name="card-04-mini-kpi-label-1">
            <a:extLst xmlns:a="http://schemas.openxmlformats.org/drawingml/2006/main">
              <a:ext uri="{FF2B5EF4-FFF2-40B4-BE49-F238E27FC236}">
                <a16:creationId xmlns:a16="http://schemas.microsoft.com/office/drawing/2014/main" id="{92D79445-938D-40A1-B5AF-85FC14B5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52875"/>
            <a:ext cx="1524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52"/>
          </a:bodyPr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UPH</a:t>
            </a:r>
          </a:p>
        </p:txBody>
      </p:sp>
      <p:sp>
        <p:nvSpPr>
          <p:cNvPr id="173" name="card-04-mini-kpi-value-1">
            <a:extLst xmlns:a="http://schemas.openxmlformats.org/drawingml/2006/main">
              <a:ext uri="{FF2B5EF4-FFF2-40B4-BE49-F238E27FC236}">
                <a16:creationId xmlns:a16="http://schemas.microsoft.com/office/drawing/2014/main" id="{BB545747-26B3-425D-ADCC-7FC8925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29075"/>
            <a:ext cx="361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84</a:t>
            </a:r>
          </a:p>
        </p:txBody>
      </p:sp>
      <p:sp>
        <p:nvSpPr>
          <p:cNvPr id="174" name="card-04-mini-kpi-2">
            <a:extLst xmlns:a="http://schemas.openxmlformats.org/drawingml/2006/main">
              <a:ext uri="{FF2B5EF4-FFF2-40B4-BE49-F238E27FC236}">
                <a16:creationId xmlns:a16="http://schemas.microsoft.com/office/drawing/2014/main" id="{BECCCB83-DF20-4628-8B31-DA2EACA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05250"/>
            <a:ext cx="4572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75" name="card-04-mini-kpi-label-2">
            <a:extLst xmlns:a="http://schemas.openxmlformats.org/drawingml/2006/main">
              <a:ext uri="{FF2B5EF4-FFF2-40B4-BE49-F238E27FC236}">
                <a16:creationId xmlns:a16="http://schemas.microsoft.com/office/drawing/2014/main" id="{C25EE585-5B6A-4845-A29A-6EA18C78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52875"/>
            <a:ext cx="1524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52"/>
          </a:bodyPr>
          <a:lstStyle xmlns:a="http://schemas.openxmlformats.org/drawingml/2006/main"/>
          <a:p xmlns:a="http://schemas.openxmlformats.org/drawingml/2006/main">
            <a:pPr algn="l">
              <a:def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488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OEE</a:t>
            </a:r>
          </a:p>
        </p:txBody>
      </p:sp>
      <p:sp>
        <p:nvSpPr>
          <p:cNvPr id="176" name="card-04-mini-kpi-value-2">
            <a:extLst xmlns:a="http://schemas.openxmlformats.org/drawingml/2006/main">
              <a:ext uri="{FF2B5EF4-FFF2-40B4-BE49-F238E27FC236}">
                <a16:creationId xmlns:a16="http://schemas.microsoft.com/office/drawing/2014/main" id="{6E99FF14-78D9-4516-BA12-F2B93FFA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361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92%</a:t>
            </a:r>
          </a:p>
        </p:txBody>
      </p:sp>
      <p:sp>
        <p:nvSpPr>
          <p:cNvPr id="177" name="card-04-mini-chart">
            <a:extLst xmlns:a="http://schemas.openxmlformats.org/drawingml/2006/main">
              <a:ext uri="{FF2B5EF4-FFF2-40B4-BE49-F238E27FC236}">
                <a16:creationId xmlns:a16="http://schemas.microsoft.com/office/drawing/2014/main" id="{46FEFFAA-8DAB-421E-97D9-7FB7BF31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48150"/>
            <a:ext cx="1485900" cy="390525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78" name="card-04-mini-axis-x">
            <a:extLst xmlns:a="http://schemas.openxmlformats.org/drawingml/2006/main">
              <a:ext uri="{FF2B5EF4-FFF2-40B4-BE49-F238E27FC236}">
                <a16:creationId xmlns:a16="http://schemas.microsoft.com/office/drawing/2014/main" id="{E2E11CA2-16E1-4C46-9536-1676349D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62475"/>
            <a:ext cx="1304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D7E8"/>
            </a:solidFill>
            <a:prstDash val="solid"/>
          </a:ln>
        </p:spPr>
      </p:sp>
      <p:sp>
        <p:nvSpPr>
          <p:cNvPr id="179" name="card-04-mini-trend-1">
            <a:extLst xmlns:a="http://schemas.openxmlformats.org/drawingml/2006/main">
              <a:ext uri="{FF2B5EF4-FFF2-40B4-BE49-F238E27FC236}">
                <a16:creationId xmlns:a16="http://schemas.microsoft.com/office/drawing/2014/main" id="{233B2A3D-48B8-4874-B920-7B93609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86275"/>
            <a:ext cx="266700" cy="-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80" name="card-04-mini-trend-2">
            <a:extLst xmlns:a="http://schemas.openxmlformats.org/drawingml/2006/main">
              <a:ext uri="{FF2B5EF4-FFF2-40B4-BE49-F238E27FC236}">
                <a16:creationId xmlns:a16="http://schemas.microsoft.com/office/drawing/2014/main" id="{1DE8A6C0-AF48-46A2-82BE-AA4205FD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29125"/>
            <a:ext cx="2667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81" name="card-04-mini-trend-3">
            <a:extLst xmlns:a="http://schemas.openxmlformats.org/drawingml/2006/main">
              <a:ext uri="{FF2B5EF4-FFF2-40B4-BE49-F238E27FC236}">
                <a16:creationId xmlns:a16="http://schemas.microsoft.com/office/drawing/2014/main" id="{67A1B00A-CE93-4A7F-80F4-363F5403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66700" cy="-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82" name="card-04-mini-trend-4">
            <a:extLst xmlns:a="http://schemas.openxmlformats.org/drawingml/2006/main">
              <a:ext uri="{FF2B5EF4-FFF2-40B4-BE49-F238E27FC236}">
                <a16:creationId xmlns:a16="http://schemas.microsoft.com/office/drawing/2014/main" id="{EB564CB7-283A-4C83-9D13-5888123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33875"/>
            <a:ext cx="3143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E0"/>
            </a:solidFill>
            <a:prstDash val="solid"/>
          </a:ln>
        </p:spPr>
      </p:sp>
      <p:sp>
        <p:nvSpPr>
          <p:cNvPr id="183" name="card-04-mini-bottleneck">
            <a:extLst xmlns:a="http://schemas.openxmlformats.org/drawingml/2006/main">
              <a:ext uri="{FF2B5EF4-FFF2-40B4-BE49-F238E27FC236}">
                <a16:creationId xmlns:a16="http://schemas.microsoft.com/office/drawing/2014/main" id="{BE6B0D4D-3542-451C-849D-C1B5118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4A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4" name="card-04-mini-alert-bg">
            <a:extLst xmlns:a="http://schemas.openxmlformats.org/drawingml/2006/main">
              <a:ext uri="{FF2B5EF4-FFF2-40B4-BE49-F238E27FC236}">
                <a16:creationId xmlns:a16="http://schemas.microsoft.com/office/drawing/2014/main" id="{541CA3FC-8450-45CA-8E05-1AB3841F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572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F7C6CD"/>
            </a:solidFill>
            <a:prstDash val="solid"/>
          </a:ln>
        </p:spPr>
      </p:sp>
      <p:sp>
        <p:nvSpPr>
          <p:cNvPr id="185" name="card-04-mini-alert-text">
            <a:extLst xmlns:a="http://schemas.openxmlformats.org/drawingml/2006/main">
              <a:ext uri="{FF2B5EF4-FFF2-40B4-BE49-F238E27FC236}">
                <a16:creationId xmlns:a16="http://schemas.microsoft.com/office/drawing/2014/main" id="{E47C7EA2-CD68-4472-863F-8DA50C47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defRPr>
            </a:pPr>
            <a:r>
              <a:rPr sz="435" b="1">
                <a:solidFill>
                  <a:srgbClr val="E24A5A"/>
                </a:solidFill>
                <a:latin typeface="Malgun Gothic"/>
                <a:ea typeface="Malgun Gothic"/>
                <a:cs typeface="Malgun Gothic"/>
              </a:rPr>
              <a:t>BOTTLENECK</a:t>
            </a:r>
          </a:p>
        </p:txBody>
      </p:sp>
      <p:sp>
        <p:nvSpPr>
          <p:cNvPr id="186" name="card-04-summary">
            <a:extLst xmlns:a="http://schemas.openxmlformats.org/drawingml/2006/main">
              <a:ext uri="{FF2B5EF4-FFF2-40B4-BE49-F238E27FC236}">
                <a16:creationId xmlns:a16="http://schemas.microsoft.com/office/drawing/2014/main" id="{337EAB6F-9AF2-4A78-9B64-109758E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05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라인별 영상·택타임·생산 KPI로 병목 예상 구간을 빠르게 짚습니다.</a:t>
            </a:r>
          </a:p>
        </p:txBody>
      </p:sp>
      <p:sp>
        <p:nvSpPr>
          <p:cNvPr id="187" name="card-04-label">
            <a:extLst xmlns:a="http://schemas.openxmlformats.org/drawingml/2006/main">
              <a:ext uri="{FF2B5EF4-FFF2-40B4-BE49-F238E27FC236}">
                <a16:creationId xmlns:a16="http://schemas.microsoft.com/office/drawing/2014/main" id="{09F045F0-23FC-4C2E-961C-1A214671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181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188" name="card-04-divider">
            <a:extLst xmlns:a="http://schemas.openxmlformats.org/drawingml/2006/main">
              <a:ext uri="{FF2B5EF4-FFF2-40B4-BE49-F238E27FC236}">
                <a16:creationId xmlns:a16="http://schemas.microsoft.com/office/drawing/2014/main" id="{9170B01A-73B2-4B68-90F1-F4696A7C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57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189" name="card-04-bullet-1-check-bg">
            <a:extLst xmlns:a="http://schemas.openxmlformats.org/drawingml/2006/main">
              <a:ext uri="{FF2B5EF4-FFF2-40B4-BE49-F238E27FC236}">
                <a16:creationId xmlns:a16="http://schemas.microsoft.com/office/drawing/2014/main" id="{5C32A333-010C-4FEF-A1E1-6F2C80EA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0" name="card-04-bullet-1-check">
            <a:extLst xmlns:a="http://schemas.openxmlformats.org/drawingml/2006/main">
              <a:ext uri="{FF2B5EF4-FFF2-40B4-BE49-F238E27FC236}">
                <a16:creationId xmlns:a16="http://schemas.microsoft.com/office/drawing/2014/main" id="{E006C1AC-D3C4-4B34-A60E-3C2C3DE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376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1" name="card-04-bullet-1-copy">
            <a:extLst xmlns:a="http://schemas.openxmlformats.org/drawingml/2006/main">
              <a:ext uri="{FF2B5EF4-FFF2-40B4-BE49-F238E27FC236}">
                <a16:creationId xmlns:a16="http://schemas.microsoft.com/office/drawing/2014/main" id="{2850F7CC-1922-4731-A3AC-4A6F51F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81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라인별 택타임·생산 KPI 비교</a:t>
            </a:r>
          </a:p>
        </p:txBody>
      </p:sp>
      <p:sp>
        <p:nvSpPr>
          <p:cNvPr id="192" name="card-04-bullet-2-check-bg">
            <a:extLst xmlns:a="http://schemas.openxmlformats.org/drawingml/2006/main">
              <a:ext uri="{FF2B5EF4-FFF2-40B4-BE49-F238E27FC236}">
                <a16:creationId xmlns:a16="http://schemas.microsoft.com/office/drawing/2014/main" id="{8DA745C8-1046-4801-8790-E6438334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0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3" name="card-04-bullet-2-check">
            <a:extLst xmlns:a="http://schemas.openxmlformats.org/drawingml/2006/main">
              <a:ext uri="{FF2B5EF4-FFF2-40B4-BE49-F238E27FC236}">
                <a16:creationId xmlns:a16="http://schemas.microsoft.com/office/drawing/2014/main" id="{42C408C0-C579-4F29-822D-25639B3F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86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4" name="card-04-bullet-2-copy">
            <a:extLst xmlns:a="http://schemas.openxmlformats.org/drawingml/2006/main">
              <a:ext uri="{FF2B5EF4-FFF2-40B4-BE49-F238E27FC236}">
                <a16:creationId xmlns:a16="http://schemas.microsoft.com/office/drawing/2014/main" id="{6061C3F4-77AC-46E9-B19F-0527EE05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병목 예상 구간과 사전 알림</a:t>
            </a:r>
          </a:p>
        </p:txBody>
      </p:sp>
      <p:sp>
        <p:nvSpPr>
          <p:cNvPr id="195" name="card-05-surface">
            <a:extLst xmlns:a="http://schemas.openxmlformats.org/drawingml/2006/main">
              <a:ext uri="{FF2B5EF4-FFF2-40B4-BE49-F238E27FC236}">
                <a16:creationId xmlns:a16="http://schemas.microsoft.com/office/drawing/2014/main" id="{DDE50288-A26E-4209-99AB-A0DC1BA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67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6" name="card-05-rail">
            <a:extLst xmlns:a="http://schemas.openxmlformats.org/drawingml/2006/main">
              <a:ext uri="{FF2B5EF4-FFF2-40B4-BE49-F238E27FC236}">
                <a16:creationId xmlns:a16="http://schemas.microsoft.com/office/drawing/2014/main" id="{40B489D8-2AFA-4320-8A3E-B27FB6F6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00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97" name="card-05-category-bg">
            <a:extLst xmlns:a="http://schemas.openxmlformats.org/drawingml/2006/main">
              <a:ext uri="{FF2B5EF4-FFF2-40B4-BE49-F238E27FC236}">
                <a16:creationId xmlns:a16="http://schemas.microsoft.com/office/drawing/2014/main" id="{FC8D5C70-838E-48DD-B454-64BCEA0D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198" name="card-05-category-text">
            <a:extLst xmlns:a="http://schemas.openxmlformats.org/drawingml/2006/main">
              <a:ext uri="{FF2B5EF4-FFF2-40B4-BE49-F238E27FC236}">
                <a16:creationId xmlns:a16="http://schemas.microsoft.com/office/drawing/2014/main" id="{639BC91C-7F15-4BB9-85AC-40C8A7EE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 작업관리</a:t>
            </a:r>
          </a:p>
        </p:txBody>
      </p:sp>
      <p:sp>
        <p:nvSpPr>
          <p:cNvPr id="199" name="card-05-title">
            <a:extLst xmlns:a="http://schemas.openxmlformats.org/drawingml/2006/main">
              <a:ext uri="{FF2B5EF4-FFF2-40B4-BE49-F238E27FC236}">
                <a16:creationId xmlns:a16="http://schemas.microsoft.com/office/drawing/2014/main" id="{286D6677-ACC0-429E-A51D-A79F0F7D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현장 안전 AI</a:t>
            </a:r>
          </a:p>
        </p:txBody>
      </p:sp>
      <p:sp>
        <p:nvSpPr>
          <p:cNvPr id="200" name="card-05-demo-bg">
            <a:extLst xmlns:a="http://schemas.openxmlformats.org/drawingml/2006/main">
              <a:ext uri="{FF2B5EF4-FFF2-40B4-BE49-F238E27FC236}">
                <a16:creationId xmlns:a16="http://schemas.microsoft.com/office/drawing/2014/main" id="{36C4666B-0258-4D10-AB33-9348F5C3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00650"/>
            <a:ext cx="4000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F3D49A"/>
            </a:solidFill>
            <a:prstDash val="solid"/>
          </a:ln>
        </p:spPr>
      </p:sp>
      <p:sp>
        <p:nvSpPr>
          <p:cNvPr id="201" name="card-05-demo-text">
            <a:extLst xmlns:a="http://schemas.openxmlformats.org/drawingml/2006/main">
              <a:ext uri="{FF2B5EF4-FFF2-40B4-BE49-F238E27FC236}">
                <a16:creationId xmlns:a16="http://schemas.microsoft.com/office/drawing/2014/main" id="{2779ACC4-4806-4FA7-A0D5-FA93488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00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B86B00"/>
                </a:solidFill>
                <a:latin typeface="Malgun Gothic"/>
                <a:ea typeface="Malgun Gothic"/>
                <a:cs typeface="Malgun Gothic"/>
              </a:defRPr>
            </a:pPr>
            <a:r>
              <a:rPr sz="615" b="1">
                <a:solidFill>
                  <a:srgbClr val="B86B00"/>
                </a:solidFill>
                <a:latin typeface="Malgun Gothic"/>
                <a:ea typeface="Malgun Gothic"/>
                <a:cs typeface="Malgun Gothic"/>
              </a:rPr>
              <a:t>DEMO</a:t>
            </a:r>
          </a:p>
        </p:txBody>
      </p:sp>
      <p:sp>
        <p:nvSpPr>
          <p:cNvPr id="202" name="card-05-route">
            <a:extLst xmlns:a="http://schemas.openxmlformats.org/drawingml/2006/main">
              <a:ext uri="{FF2B5EF4-FFF2-40B4-BE49-F238E27FC236}">
                <a16:creationId xmlns:a16="http://schemas.microsoft.com/office/drawing/2014/main" id="{62926D08-E9F3-411E-8311-026C352D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29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/production/pysical-ai</a:t>
            </a:r>
          </a:p>
        </p:txBody>
      </p:sp>
      <p:sp>
        <p:nvSpPr>
          <p:cNvPr id="203" name="card-05-mini-frame">
            <a:extLst xmlns:a="http://schemas.openxmlformats.org/drawingml/2006/main">
              <a:ext uri="{FF2B5EF4-FFF2-40B4-BE49-F238E27FC236}">
                <a16:creationId xmlns:a16="http://schemas.microsoft.com/office/drawing/2014/main" id="{36680983-3679-4470-8169-3D031B32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04" name="card-05-mini-topbar">
            <a:extLst xmlns:a="http://schemas.openxmlformats.org/drawingml/2006/main">
              <a:ext uri="{FF2B5EF4-FFF2-40B4-BE49-F238E27FC236}">
                <a16:creationId xmlns:a16="http://schemas.microsoft.com/office/drawing/2014/main" id="{99B30150-E47A-4FC8-993C-79290D43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0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205" name="card-05-mini-topmask">
            <a:extLst xmlns:a="http://schemas.openxmlformats.org/drawingml/2006/main">
              <a:ext uri="{FF2B5EF4-FFF2-40B4-BE49-F238E27FC236}">
                <a16:creationId xmlns:a16="http://schemas.microsoft.com/office/drawing/2014/main" id="{E5777A00-1F90-4D35-91AD-21353C0A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card-05-mini-window-dot-0">
            <a:extLst xmlns:a="http://schemas.openxmlformats.org/drawingml/2006/main">
              <a:ext uri="{FF2B5EF4-FFF2-40B4-BE49-F238E27FC236}">
                <a16:creationId xmlns:a16="http://schemas.microsoft.com/office/drawing/2014/main" id="{F1E4E0FF-C78A-4285-9672-C19C38E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card-05-mini-window-dot-1">
            <a:extLst xmlns:a="http://schemas.openxmlformats.org/drawingml/2006/main">
              <a:ext uri="{FF2B5EF4-FFF2-40B4-BE49-F238E27FC236}">
                <a16:creationId xmlns:a16="http://schemas.microsoft.com/office/drawing/2014/main" id="{D64B5DAB-D1BE-4B93-8B33-E0E0A1D8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card-05-mini-window-dot-2">
            <a:extLst xmlns:a="http://schemas.openxmlformats.org/drawingml/2006/main">
              <a:ext uri="{FF2B5EF4-FFF2-40B4-BE49-F238E27FC236}">
                <a16:creationId xmlns:a16="http://schemas.microsoft.com/office/drawing/2014/main" id="{7CAB43C6-E990-4B62-A524-2B608C81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card-05-mini-video">
            <a:extLst xmlns:a="http://schemas.openxmlformats.org/drawingml/2006/main">
              <a:ext uri="{FF2B5EF4-FFF2-40B4-BE49-F238E27FC236}">
                <a16:creationId xmlns:a16="http://schemas.microsoft.com/office/drawing/2014/main" id="{E8517EA8-9F30-47DC-9DCD-1D74AA93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981075" cy="733425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43D5D"/>
            </a:solidFill>
            <a:prstDash val="solid"/>
          </a:ln>
        </p:spPr>
      </p:sp>
      <p:sp>
        <p:nvSpPr>
          <p:cNvPr id="210" name="card-05-mini-detect">
            <a:extLst xmlns:a="http://schemas.openxmlformats.org/drawingml/2006/main">
              <a:ext uri="{FF2B5EF4-FFF2-40B4-BE49-F238E27FC236}">
                <a16:creationId xmlns:a16="http://schemas.microsoft.com/office/drawing/2014/main" id="{8744B287-017E-4E91-9980-DF496D0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95975"/>
            <a:ext cx="361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B5FF"/>
            </a:solidFill>
            <a:prstDash val="solid"/>
          </a:ln>
        </p:spPr>
      </p:sp>
      <p:sp>
        <p:nvSpPr>
          <p:cNvPr id="211" name="card-05-mini-head">
            <a:extLst xmlns:a="http://schemas.openxmlformats.org/drawingml/2006/main">
              <a:ext uri="{FF2B5EF4-FFF2-40B4-BE49-F238E27FC236}">
                <a16:creationId xmlns:a16="http://schemas.microsoft.com/office/drawing/2014/main" id="{0F01E625-DD87-4665-8E71-A2AD355E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card-05-mini-body">
            <a:extLst xmlns:a="http://schemas.openxmlformats.org/drawingml/2006/main">
              <a:ext uri="{FF2B5EF4-FFF2-40B4-BE49-F238E27FC236}">
                <a16:creationId xmlns:a16="http://schemas.microsoft.com/office/drawing/2014/main" id="{D288E5DF-2C21-4B24-846E-39DBE2AC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674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F6"/>
            </a:solidFill>
            <a:prstDash val="solid"/>
          </a:ln>
        </p:spPr>
      </p:sp>
      <p:sp>
        <p:nvSpPr>
          <p:cNvPr id="213" name="card-05-mini-arm-l">
            <a:extLst xmlns:a="http://schemas.openxmlformats.org/drawingml/2006/main">
              <a:ext uri="{FF2B5EF4-FFF2-40B4-BE49-F238E27FC236}">
                <a16:creationId xmlns:a16="http://schemas.microsoft.com/office/drawing/2014/main" id="{77B93CFE-071E-4E4C-8EE7-A87FBCC0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24575"/>
            <a:ext cx="-10477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F6"/>
            </a:solidFill>
            <a:prstDash val="solid"/>
          </a:ln>
        </p:spPr>
      </p:sp>
      <p:sp>
        <p:nvSpPr>
          <p:cNvPr id="214" name="card-05-mini-arm-r">
            <a:extLst xmlns:a="http://schemas.openxmlformats.org/drawingml/2006/main">
              <a:ext uri="{FF2B5EF4-FFF2-40B4-BE49-F238E27FC236}">
                <a16:creationId xmlns:a16="http://schemas.microsoft.com/office/drawing/2014/main" id="{E534ED7C-EC36-4CCE-9E79-AEDC9E81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24575"/>
            <a:ext cx="1143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F6"/>
            </a:solidFill>
            <a:prstDash val="solid"/>
          </a:ln>
        </p:spPr>
      </p:sp>
      <p:sp>
        <p:nvSpPr>
          <p:cNvPr id="215" name="card-05-mini-leg-l">
            <a:extLst xmlns:a="http://schemas.openxmlformats.org/drawingml/2006/main">
              <a:ext uri="{FF2B5EF4-FFF2-40B4-BE49-F238E27FC236}">
                <a16:creationId xmlns:a16="http://schemas.microsoft.com/office/drawing/2014/main" id="{183141AF-F3E0-405B-8141-10E166AE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67450"/>
            <a:ext cx="-7620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F6"/>
            </a:solidFill>
            <a:prstDash val="solid"/>
          </a:ln>
        </p:spPr>
      </p:sp>
      <p:sp>
        <p:nvSpPr>
          <p:cNvPr id="216" name="card-05-mini-leg-r">
            <a:extLst xmlns:a="http://schemas.openxmlformats.org/drawingml/2006/main">
              <a:ext uri="{FF2B5EF4-FFF2-40B4-BE49-F238E27FC236}">
                <a16:creationId xmlns:a16="http://schemas.microsoft.com/office/drawing/2014/main" id="{C7F35C52-27DF-4DAC-BDD6-23A7B2FE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67450"/>
            <a:ext cx="7620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6F6"/>
            </a:solidFill>
            <a:prstDash val="solid"/>
          </a:ln>
        </p:spPr>
      </p:sp>
      <p:sp>
        <p:nvSpPr>
          <p:cNvPr id="217" name="card-05-mini-safe-bg">
            <a:extLst xmlns:a="http://schemas.openxmlformats.org/drawingml/2006/main">
              <a:ext uri="{FF2B5EF4-FFF2-40B4-BE49-F238E27FC236}">
                <a16:creationId xmlns:a16="http://schemas.microsoft.com/office/drawing/2014/main" id="{B44DC0FD-B997-4E87-99F2-D72CB304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53175"/>
            <a:ext cx="428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B8E8D4"/>
            </a:solidFill>
            <a:prstDash val="solid"/>
          </a:ln>
        </p:spPr>
      </p:sp>
      <p:sp>
        <p:nvSpPr>
          <p:cNvPr id="218" name="card-05-mini-safe-text">
            <a:extLst xmlns:a="http://schemas.openxmlformats.org/drawingml/2006/main">
              <a:ext uri="{FF2B5EF4-FFF2-40B4-BE49-F238E27FC236}">
                <a16:creationId xmlns:a16="http://schemas.microsoft.com/office/drawing/2014/main" id="{306D2904-64EE-4469-9431-C912958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53175"/>
            <a:ext cx="4286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10A56A"/>
                </a:solidFill>
                <a:latin typeface="Malgun Gothic"/>
                <a:ea typeface="Malgun Gothic"/>
                <a:cs typeface="Malgun Gothic"/>
              </a:defRPr>
            </a:pPr>
            <a:r>
              <a:rPr sz="488" b="1">
                <a:solidFill>
                  <a:srgbClr val="10A56A"/>
                </a:solidFill>
                <a:latin typeface="Malgun Gothic"/>
                <a:ea typeface="Malgun Gothic"/>
                <a:cs typeface="Malgun Gothic"/>
              </a:rPr>
              <a:t>SAFE 96%</a:t>
            </a:r>
          </a:p>
        </p:txBody>
      </p:sp>
      <p:sp>
        <p:nvSpPr>
          <p:cNvPr id="219" name="card-05-mini-logs">
            <a:extLst xmlns:a="http://schemas.openxmlformats.org/drawingml/2006/main">
              <a:ext uri="{FF2B5EF4-FFF2-40B4-BE49-F238E27FC236}">
                <a16:creationId xmlns:a16="http://schemas.microsoft.com/office/drawing/2014/main" id="{7A31A54B-E89F-4181-97E8-13D7A89D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810250"/>
            <a:ext cx="466725" cy="7334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20" name="card-05-mini-logs-title">
            <a:extLst xmlns:a="http://schemas.openxmlformats.org/drawingml/2006/main">
              <a:ext uri="{FF2B5EF4-FFF2-40B4-BE49-F238E27FC236}">
                <a16:creationId xmlns:a16="http://schemas.microsoft.com/office/drawing/2014/main" id="{57163FA5-8A5E-4797-8D1C-E8BAE694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876925"/>
            <a:ext cx="3429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감지 로그</a:t>
            </a:r>
          </a:p>
        </p:txBody>
      </p:sp>
      <p:sp>
        <p:nvSpPr>
          <p:cNvPr id="221" name="card-05-mini-log-dot-0">
            <a:extLst xmlns:a="http://schemas.openxmlformats.org/drawingml/2006/main">
              <a:ext uri="{FF2B5EF4-FFF2-40B4-BE49-F238E27FC236}">
                <a16:creationId xmlns:a16="http://schemas.microsoft.com/office/drawing/2014/main" id="{6A31B20C-BFE1-4A60-8410-92DBBCCD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card-05-mini-log-line-0">
            <a:extLst xmlns:a="http://schemas.openxmlformats.org/drawingml/2006/main">
              <a:ext uri="{FF2B5EF4-FFF2-40B4-BE49-F238E27FC236}">
                <a16:creationId xmlns:a16="http://schemas.microsoft.com/office/drawing/2014/main" id="{1FEC9374-1782-45B7-864C-73416F49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057900"/>
            <a:ext cx="2381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card-05-mini-log-dot-1">
            <a:extLst xmlns:a="http://schemas.openxmlformats.org/drawingml/2006/main">
              <a:ext uri="{FF2B5EF4-FFF2-40B4-BE49-F238E27FC236}">
                <a16:creationId xmlns:a16="http://schemas.microsoft.com/office/drawing/2014/main" id="{F32927E1-3A49-4C0D-92AD-1B205C40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53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card-05-mini-log-line-1">
            <a:extLst xmlns:a="http://schemas.openxmlformats.org/drawingml/2006/main">
              <a:ext uri="{FF2B5EF4-FFF2-40B4-BE49-F238E27FC236}">
                <a16:creationId xmlns:a16="http://schemas.microsoft.com/office/drawing/2014/main" id="{B61AD2F0-9BC0-4E9F-B9E4-DAA1AC7F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162675"/>
            <a:ext cx="19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card-05-mini-log-dot-2">
            <a:extLst xmlns:a="http://schemas.openxmlformats.org/drawingml/2006/main">
              <a:ext uri="{FF2B5EF4-FFF2-40B4-BE49-F238E27FC236}">
                <a16:creationId xmlns:a16="http://schemas.microsoft.com/office/drawing/2014/main" id="{E41980DC-F335-4E0B-8AF1-A128BB3D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579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card-05-mini-log-line-2">
            <a:extLst xmlns:a="http://schemas.openxmlformats.org/drawingml/2006/main">
              <a:ext uri="{FF2B5EF4-FFF2-40B4-BE49-F238E27FC236}">
                <a16:creationId xmlns:a16="http://schemas.microsoft.com/office/drawing/2014/main" id="{8E307D8B-2851-45DE-9DE2-30EE83B4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267450"/>
            <a:ext cx="23812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card-05-mini-log-dot-3">
            <a:extLst xmlns:a="http://schemas.openxmlformats.org/drawingml/2006/main">
              <a:ext uri="{FF2B5EF4-FFF2-40B4-BE49-F238E27FC236}">
                <a16:creationId xmlns:a16="http://schemas.microsoft.com/office/drawing/2014/main" id="{AF6B719E-A6F1-4CEA-8C32-3E83AA55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362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card-05-mini-log-line-3">
            <a:extLst xmlns:a="http://schemas.openxmlformats.org/drawingml/2006/main">
              <a:ext uri="{FF2B5EF4-FFF2-40B4-BE49-F238E27FC236}">
                <a16:creationId xmlns:a16="http://schemas.microsoft.com/office/drawing/2014/main" id="{94F19304-A4F6-463D-AA33-74A6A63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372225"/>
            <a:ext cx="1905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C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card-05-summary">
            <a:extLst xmlns:a="http://schemas.openxmlformats.org/drawingml/2006/main">
              <a:ext uri="{FF2B5EF4-FFF2-40B4-BE49-F238E27FC236}">
                <a16:creationId xmlns:a16="http://schemas.microsoft.com/office/drawing/2014/main" id="{324527CF-C4D2-4D16-9F93-F64C1B37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0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작업 영상과 안전 감지 로그를 함께 보며 현장 위험 징후를 파악합니다.</a:t>
            </a:r>
          </a:p>
        </p:txBody>
      </p:sp>
      <p:sp>
        <p:nvSpPr>
          <p:cNvPr id="230" name="card-05-label">
            <a:extLst xmlns:a="http://schemas.openxmlformats.org/drawingml/2006/main">
              <a:ext uri="{FF2B5EF4-FFF2-40B4-BE49-F238E27FC236}">
                <a16:creationId xmlns:a16="http://schemas.microsoft.com/office/drawing/2014/main" id="{0BB500D6-0E6E-49A2-9376-D4619629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086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231" name="card-05-divider">
            <a:extLst xmlns:a="http://schemas.openxmlformats.org/drawingml/2006/main">
              <a:ext uri="{FF2B5EF4-FFF2-40B4-BE49-F238E27FC236}">
                <a16:creationId xmlns:a16="http://schemas.microsoft.com/office/drawing/2014/main" id="{FB256558-186C-4970-A418-D9B9D724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162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32" name="card-05-bullet-1-check-bg">
            <a:extLst xmlns:a="http://schemas.openxmlformats.org/drawingml/2006/main">
              <a:ext uri="{FF2B5EF4-FFF2-40B4-BE49-F238E27FC236}">
                <a16:creationId xmlns:a16="http://schemas.microsoft.com/office/drawing/2014/main" id="{F2C0456C-71D7-4522-8845-057A29C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296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33" name="card-05-bullet-1-check">
            <a:extLst xmlns:a="http://schemas.openxmlformats.org/drawingml/2006/main">
              <a:ext uri="{FF2B5EF4-FFF2-40B4-BE49-F238E27FC236}">
                <a16:creationId xmlns:a16="http://schemas.microsoft.com/office/drawing/2014/main" id="{FA35B2AF-9340-4D07-AAFE-0B306A98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281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34" name="card-05-bullet-1-copy">
            <a:extLst xmlns:a="http://schemas.openxmlformats.org/drawingml/2006/main">
              <a:ext uri="{FF2B5EF4-FFF2-40B4-BE49-F238E27FC236}">
                <a16:creationId xmlns:a16="http://schemas.microsoft.com/office/drawing/2014/main" id="{3900F972-834B-4889-A576-8F85921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286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작업자별 안전 상태 시각화</a:t>
            </a:r>
          </a:p>
        </p:txBody>
      </p:sp>
      <p:sp>
        <p:nvSpPr>
          <p:cNvPr id="235" name="card-05-bullet-2-check-bg">
            <a:extLst xmlns:a="http://schemas.openxmlformats.org/drawingml/2006/main">
              <a:ext uri="{FF2B5EF4-FFF2-40B4-BE49-F238E27FC236}">
                <a16:creationId xmlns:a16="http://schemas.microsoft.com/office/drawing/2014/main" id="{4229BD1B-EC17-496C-868D-D137D98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50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36" name="card-05-bullet-2-check">
            <a:extLst xmlns:a="http://schemas.openxmlformats.org/drawingml/2006/main">
              <a:ext uri="{FF2B5EF4-FFF2-40B4-BE49-F238E27FC236}">
                <a16:creationId xmlns:a16="http://schemas.microsoft.com/office/drawing/2014/main" id="{4EF8B847-8C8B-4678-A471-4C9C1A5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491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37" name="card-05-bullet-2-copy">
            <a:extLst xmlns:a="http://schemas.openxmlformats.org/drawingml/2006/main">
              <a:ext uri="{FF2B5EF4-FFF2-40B4-BE49-F238E27FC236}">
                <a16:creationId xmlns:a16="http://schemas.microsoft.com/office/drawing/2014/main" id="{AD765D8F-19FE-4D39-810C-DF79DDC2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6496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주의·위험 감지 로그 모아보기</a:t>
            </a:r>
          </a:p>
        </p:txBody>
      </p:sp>
      <p:sp>
        <p:nvSpPr>
          <p:cNvPr id="238" name="card-06-surface">
            <a:extLst xmlns:a="http://schemas.openxmlformats.org/drawingml/2006/main">
              <a:ext uri="{FF2B5EF4-FFF2-40B4-BE49-F238E27FC236}">
                <a16:creationId xmlns:a16="http://schemas.microsoft.com/office/drawing/2014/main" id="{80C0CDD5-EAF9-4338-82B6-89E4F84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67300"/>
            <a:ext cx="49149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9" name="card-06-rail">
            <a:extLst xmlns:a="http://schemas.openxmlformats.org/drawingml/2006/main">
              <a:ext uri="{FF2B5EF4-FFF2-40B4-BE49-F238E27FC236}">
                <a16:creationId xmlns:a16="http://schemas.microsoft.com/office/drawing/2014/main" id="{314FD4E4-1E84-4187-876B-AF3F23A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200650"/>
            <a:ext cx="5715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40" name="card-06-category-bg">
            <a:extLst xmlns:a="http://schemas.openxmlformats.org/drawingml/2006/main">
              <a:ext uri="{FF2B5EF4-FFF2-40B4-BE49-F238E27FC236}">
                <a16:creationId xmlns:a16="http://schemas.microsoft.com/office/drawing/2014/main" id="{930A4AAF-8F11-44D0-954B-CDEC86AF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191125"/>
            <a:ext cx="742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9525">
            <a:solidFill>
              <a:srgbClr val="0B3B86"/>
            </a:solidFill>
            <a:prstDash val="solid"/>
          </a:ln>
        </p:spPr>
      </p:sp>
      <p:sp>
        <p:nvSpPr>
          <p:cNvPr id="241" name="card-06-category-text">
            <a:extLst xmlns:a="http://schemas.openxmlformats.org/drawingml/2006/main">
              <a:ext uri="{FF2B5EF4-FFF2-40B4-BE49-F238E27FC236}">
                <a16:creationId xmlns:a16="http://schemas.microsoft.com/office/drawing/2014/main" id="{A0931E71-265A-4DB5-A966-FAF2F69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191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  출하관리</a:t>
            </a:r>
          </a:p>
        </p:txBody>
      </p:sp>
      <p:sp>
        <p:nvSpPr>
          <p:cNvPr id="242" name="card-06-title">
            <a:extLst xmlns:a="http://schemas.openxmlformats.org/drawingml/2006/main">
              <a:ext uri="{FF2B5EF4-FFF2-40B4-BE49-F238E27FC236}">
                <a16:creationId xmlns:a16="http://schemas.microsoft.com/office/drawing/2014/main" id="{C36E370D-27DD-46F1-B11B-D1A5241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162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88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제품창고 스마트맵</a:t>
            </a:r>
          </a:p>
        </p:txBody>
      </p:sp>
      <p:sp>
        <p:nvSpPr>
          <p:cNvPr id="243" name="card-06-route">
            <a:extLst xmlns:a="http://schemas.openxmlformats.org/drawingml/2006/main">
              <a:ext uri="{FF2B5EF4-FFF2-40B4-BE49-F238E27FC236}">
                <a16:creationId xmlns:a16="http://schemas.microsoft.com/office/drawing/2014/main" id="{F61D0251-E62B-4C60-B1FB-B6256392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29250"/>
            <a:ext cx="3714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75869D"/>
                </a:solidFill>
                <a:latin typeface="Aptos Mono"/>
                <a:ea typeface="Aptos Mono"/>
                <a:cs typeface="Aptos Mono"/>
              </a:rPr>
              <a:t>/transport/warehouse-management</a:t>
            </a:r>
          </a:p>
        </p:txBody>
      </p:sp>
      <p:sp>
        <p:nvSpPr>
          <p:cNvPr id="244" name="card-06-mini-frame">
            <a:extLst xmlns:a="http://schemas.openxmlformats.org/drawingml/2006/main">
              <a:ext uri="{FF2B5EF4-FFF2-40B4-BE49-F238E27FC236}">
                <a16:creationId xmlns:a16="http://schemas.microsoft.com/office/drawing/2014/main" id="{83F9FDC3-FB70-401E-90B8-F02E0A0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00700"/>
            <a:ext cx="1676400" cy="10287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45" name="card-06-mini-topbar">
            <a:extLst xmlns:a="http://schemas.openxmlformats.org/drawingml/2006/main">
              <a:ext uri="{FF2B5EF4-FFF2-40B4-BE49-F238E27FC236}">
                <a16:creationId xmlns:a16="http://schemas.microsoft.com/office/drawing/2014/main" id="{89A6D908-0F90-4CFF-ACD5-82099681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10225"/>
            <a:ext cx="16573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86"/>
          </a:solidFill>
          <a:ln xmlns:a="http://schemas.openxmlformats.org/drawingml/2006/main" w="0">
            <a:solidFill>
              <a:srgbClr val="0B3B86"/>
            </a:solidFill>
            <a:prstDash val="solid"/>
          </a:ln>
        </p:spPr>
      </p:sp>
      <p:sp>
        <p:nvSpPr>
          <p:cNvPr id="246" name="card-06-mini-topmask">
            <a:extLst xmlns:a="http://schemas.openxmlformats.org/drawingml/2006/main">
              <a:ext uri="{FF2B5EF4-FFF2-40B4-BE49-F238E27FC236}">
                <a16:creationId xmlns:a16="http://schemas.microsoft.com/office/drawing/2014/main" id="{348BBC7C-EDE7-4D19-B2D8-5B1015A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959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card-06-mini-window-dot-0">
            <a:extLst xmlns:a="http://schemas.openxmlformats.org/drawingml/2006/main">
              <a:ext uri="{FF2B5EF4-FFF2-40B4-BE49-F238E27FC236}">
                <a16:creationId xmlns:a16="http://schemas.microsoft.com/office/drawing/2014/main" id="{CC404C22-CF0D-443C-A838-312EC030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card-06-mini-window-dot-1">
            <a:extLst xmlns:a="http://schemas.openxmlformats.org/drawingml/2006/main">
              <a:ext uri="{FF2B5EF4-FFF2-40B4-BE49-F238E27FC236}">
                <a16:creationId xmlns:a16="http://schemas.microsoft.com/office/drawing/2014/main" id="{583816B2-5FAD-4042-8609-31F4544A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card-06-mini-window-dot-2">
            <a:extLst xmlns:a="http://schemas.openxmlformats.org/drawingml/2006/main">
              <a:ext uri="{FF2B5EF4-FFF2-40B4-BE49-F238E27FC236}">
                <a16:creationId xmlns:a16="http://schemas.microsoft.com/office/drawing/2014/main" id="{87C30743-BC94-4651-BE05-BED5E73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6578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C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card-06-mini-search">
            <a:extLst xmlns:a="http://schemas.openxmlformats.org/drawingml/2006/main">
              <a:ext uri="{FF2B5EF4-FFF2-40B4-BE49-F238E27FC236}">
                <a16:creationId xmlns:a16="http://schemas.microsoft.com/office/drawing/2014/main" id="{E0FD3D21-0C8B-4705-B632-2A66E18B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810250"/>
            <a:ext cx="981075" cy="1428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51" name="card-06-mini-search-dot">
            <a:extLst xmlns:a="http://schemas.openxmlformats.org/drawingml/2006/main">
              <a:ext uri="{FF2B5EF4-FFF2-40B4-BE49-F238E27FC236}">
                <a16:creationId xmlns:a16="http://schemas.microsoft.com/office/drawing/2014/main" id="{ADDCE1BC-CB2D-4796-894D-6EBFCABD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57875"/>
            <a:ext cx="47625" cy="47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52" name="card-06-mini-search-handle">
            <a:extLst xmlns:a="http://schemas.openxmlformats.org/drawingml/2006/main">
              <a:ext uri="{FF2B5EF4-FFF2-40B4-BE49-F238E27FC236}">
                <a16:creationId xmlns:a16="http://schemas.microsoft.com/office/drawing/2014/main" id="{CB17ADE4-CACA-44E2-86BC-653809D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95975"/>
            <a:ext cx="28575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53" name="card-06-mini-search-copy">
            <a:extLst xmlns:a="http://schemas.openxmlformats.org/drawingml/2006/main">
              <a:ext uri="{FF2B5EF4-FFF2-40B4-BE49-F238E27FC236}">
                <a16:creationId xmlns:a16="http://schemas.microsoft.com/office/drawing/2014/main" id="{84E26504-1373-450B-B44D-39014003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838825"/>
            <a:ext cx="6858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0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제품번호 검색</a:t>
            </a:r>
          </a:p>
        </p:txBody>
      </p:sp>
      <p:sp>
        <p:nvSpPr>
          <p:cNvPr id="254" name="card-06-mini-slot-0">
            <a:extLst xmlns:a="http://schemas.openxmlformats.org/drawingml/2006/main">
              <a:ext uri="{FF2B5EF4-FFF2-40B4-BE49-F238E27FC236}">
                <a16:creationId xmlns:a16="http://schemas.microsoft.com/office/drawing/2014/main" id="{CBB6DF22-3CD9-4E87-A104-4511789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01027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6668">
            <a:solidFill>
              <a:srgbClr val="1769E0"/>
            </a:solidFill>
            <a:prstDash val="solid"/>
          </a:ln>
        </p:spPr>
      </p:sp>
      <p:sp>
        <p:nvSpPr>
          <p:cNvPr id="255" name="card-06-mini-slot-1">
            <a:extLst xmlns:a="http://schemas.openxmlformats.org/drawingml/2006/main">
              <a:ext uri="{FF2B5EF4-FFF2-40B4-BE49-F238E27FC236}">
                <a16:creationId xmlns:a16="http://schemas.microsoft.com/office/drawing/2014/main" id="{33A005C4-E26B-4D18-B9B0-D75BCC1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01027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9C9F5"/>
          </a:solidFill>
          <a:ln xmlns:a="http://schemas.openxmlformats.org/drawingml/2006/main" w="6668">
            <a:solidFill>
              <a:srgbClr val="A9C9F5"/>
            </a:solidFill>
            <a:prstDash val="solid"/>
          </a:ln>
        </p:spPr>
      </p:sp>
      <p:sp>
        <p:nvSpPr>
          <p:cNvPr id="256" name="card-06-mini-slot-2">
            <a:extLst xmlns:a="http://schemas.openxmlformats.org/drawingml/2006/main">
              <a:ext uri="{FF2B5EF4-FFF2-40B4-BE49-F238E27FC236}">
                <a16:creationId xmlns:a16="http://schemas.microsoft.com/office/drawing/2014/main" id="{75029BBB-6119-4630-8430-5BDA04DD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01027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57" name="card-06-mini-slot-3">
            <a:extLst xmlns:a="http://schemas.openxmlformats.org/drawingml/2006/main">
              <a:ext uri="{FF2B5EF4-FFF2-40B4-BE49-F238E27FC236}">
                <a16:creationId xmlns:a16="http://schemas.microsoft.com/office/drawing/2014/main" id="{CE173D49-D82E-427F-996E-D37C0D10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1027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7BEA"/>
          </a:solidFill>
          <a:ln xmlns:a="http://schemas.openxmlformats.org/drawingml/2006/main" w="6668">
            <a:solidFill>
              <a:srgbClr val="2D7BEA"/>
            </a:solidFill>
            <a:prstDash val="solid"/>
          </a:ln>
        </p:spPr>
      </p:sp>
      <p:sp>
        <p:nvSpPr>
          <p:cNvPr id="258" name="card-06-mini-slot-4">
            <a:extLst xmlns:a="http://schemas.openxmlformats.org/drawingml/2006/main">
              <a:ext uri="{FF2B5EF4-FFF2-40B4-BE49-F238E27FC236}">
                <a16:creationId xmlns:a16="http://schemas.microsoft.com/office/drawing/2014/main" id="{98233B0C-EF66-4474-B06C-C8F915F9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01027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7E6F8"/>
          </a:solidFill>
          <a:ln xmlns:a="http://schemas.openxmlformats.org/drawingml/2006/main" w="6668">
            <a:solidFill>
              <a:srgbClr val="D7E6F8"/>
            </a:solidFill>
            <a:prstDash val="solid"/>
          </a:ln>
        </p:spPr>
      </p:sp>
      <p:sp>
        <p:nvSpPr>
          <p:cNvPr id="259" name="card-06-mini-slot-5">
            <a:extLst xmlns:a="http://schemas.openxmlformats.org/drawingml/2006/main">
              <a:ext uri="{FF2B5EF4-FFF2-40B4-BE49-F238E27FC236}">
                <a16:creationId xmlns:a16="http://schemas.microsoft.com/office/drawing/2014/main" id="{6DF9D4F1-5425-4D2C-AD4B-57059EF3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13410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60" name="card-06-mini-slot-6">
            <a:extLst xmlns:a="http://schemas.openxmlformats.org/drawingml/2006/main">
              <a:ext uri="{FF2B5EF4-FFF2-40B4-BE49-F238E27FC236}">
                <a16:creationId xmlns:a16="http://schemas.microsoft.com/office/drawing/2014/main" id="{3489159C-AD14-4F91-A41C-1BD70BB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3410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B5FF"/>
          </a:solidFill>
          <a:ln xmlns:a="http://schemas.openxmlformats.org/drawingml/2006/main" w="6668">
            <a:solidFill>
              <a:srgbClr val="31B5FF"/>
            </a:solidFill>
            <a:prstDash val="solid"/>
          </a:ln>
        </p:spPr>
      </p:sp>
      <p:sp>
        <p:nvSpPr>
          <p:cNvPr id="261" name="card-06-mini-slot-7">
            <a:extLst xmlns:a="http://schemas.openxmlformats.org/drawingml/2006/main">
              <a:ext uri="{FF2B5EF4-FFF2-40B4-BE49-F238E27FC236}">
                <a16:creationId xmlns:a16="http://schemas.microsoft.com/office/drawing/2014/main" id="{4DDE9893-5762-4278-BC73-0FB82123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13410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9C9F5"/>
          </a:solidFill>
          <a:ln xmlns:a="http://schemas.openxmlformats.org/drawingml/2006/main" w="6668">
            <a:solidFill>
              <a:srgbClr val="A9C9F5"/>
            </a:solidFill>
            <a:prstDash val="solid"/>
          </a:ln>
        </p:spPr>
      </p:sp>
      <p:sp>
        <p:nvSpPr>
          <p:cNvPr id="262" name="card-06-mini-slot-8">
            <a:extLst xmlns:a="http://schemas.openxmlformats.org/drawingml/2006/main">
              <a:ext uri="{FF2B5EF4-FFF2-40B4-BE49-F238E27FC236}">
                <a16:creationId xmlns:a16="http://schemas.microsoft.com/office/drawing/2014/main" id="{A6FB2AC4-6B5F-40A4-99C9-E857034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3410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6668">
            <a:solidFill>
              <a:srgbClr val="1769E0"/>
            </a:solidFill>
            <a:prstDash val="solid"/>
          </a:ln>
        </p:spPr>
      </p:sp>
      <p:sp>
        <p:nvSpPr>
          <p:cNvPr id="263" name="card-06-mini-slot-9">
            <a:extLst xmlns:a="http://schemas.openxmlformats.org/drawingml/2006/main">
              <a:ext uri="{FF2B5EF4-FFF2-40B4-BE49-F238E27FC236}">
                <a16:creationId xmlns:a16="http://schemas.microsoft.com/office/drawing/2014/main" id="{D62DD06D-7710-4722-9AC3-A91F9D96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13410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64" name="card-06-mini-slot-10">
            <a:extLst xmlns:a="http://schemas.openxmlformats.org/drawingml/2006/main">
              <a:ext uri="{FF2B5EF4-FFF2-40B4-BE49-F238E27FC236}">
                <a16:creationId xmlns:a16="http://schemas.microsoft.com/office/drawing/2014/main" id="{39849A20-16EF-49A3-B55B-430BC5DB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25792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7E6F8"/>
          </a:solidFill>
          <a:ln xmlns:a="http://schemas.openxmlformats.org/drawingml/2006/main" w="6668">
            <a:solidFill>
              <a:srgbClr val="D7E6F8"/>
            </a:solidFill>
            <a:prstDash val="solid"/>
          </a:ln>
        </p:spPr>
      </p:sp>
      <p:sp>
        <p:nvSpPr>
          <p:cNvPr id="265" name="card-06-mini-slot-11">
            <a:extLst xmlns:a="http://schemas.openxmlformats.org/drawingml/2006/main">
              <a:ext uri="{FF2B5EF4-FFF2-40B4-BE49-F238E27FC236}">
                <a16:creationId xmlns:a16="http://schemas.microsoft.com/office/drawing/2014/main" id="{EA08ADF7-6D11-4EA0-89CF-24B1428C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25792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7BEA"/>
          </a:solidFill>
          <a:ln xmlns:a="http://schemas.openxmlformats.org/drawingml/2006/main" w="6668">
            <a:solidFill>
              <a:srgbClr val="2D7BEA"/>
            </a:solidFill>
            <a:prstDash val="solid"/>
          </a:ln>
        </p:spPr>
      </p:sp>
      <p:sp>
        <p:nvSpPr>
          <p:cNvPr id="266" name="card-06-mini-slot-12">
            <a:extLst xmlns:a="http://schemas.openxmlformats.org/drawingml/2006/main">
              <a:ext uri="{FF2B5EF4-FFF2-40B4-BE49-F238E27FC236}">
                <a16:creationId xmlns:a16="http://schemas.microsoft.com/office/drawing/2014/main" id="{698A3E56-4C42-46C2-9A79-89C5AA76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25792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67" name="card-06-mini-slot-13">
            <a:extLst xmlns:a="http://schemas.openxmlformats.org/drawingml/2006/main">
              <a:ext uri="{FF2B5EF4-FFF2-40B4-BE49-F238E27FC236}">
                <a16:creationId xmlns:a16="http://schemas.microsoft.com/office/drawing/2014/main" id="{D6CBA73C-FF20-44D6-9C9C-8C16E6D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5792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6668">
            <a:solidFill>
              <a:srgbClr val="1769E0"/>
            </a:solidFill>
            <a:prstDash val="solid"/>
          </a:ln>
        </p:spPr>
      </p:sp>
      <p:sp>
        <p:nvSpPr>
          <p:cNvPr id="268" name="card-06-mini-slot-14">
            <a:extLst xmlns:a="http://schemas.openxmlformats.org/drawingml/2006/main">
              <a:ext uri="{FF2B5EF4-FFF2-40B4-BE49-F238E27FC236}">
                <a16:creationId xmlns:a16="http://schemas.microsoft.com/office/drawing/2014/main" id="{76130316-6EE6-4C80-90D3-6B96A05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257925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A9C9F5"/>
          </a:solidFill>
          <a:ln xmlns:a="http://schemas.openxmlformats.org/drawingml/2006/main" w="6668">
            <a:solidFill>
              <a:srgbClr val="A9C9F5"/>
            </a:solidFill>
            <a:prstDash val="solid"/>
          </a:ln>
        </p:spPr>
      </p:sp>
      <p:sp>
        <p:nvSpPr>
          <p:cNvPr id="269" name="card-06-mini-slot-15">
            <a:extLst xmlns:a="http://schemas.openxmlformats.org/drawingml/2006/main">
              <a:ext uri="{FF2B5EF4-FFF2-40B4-BE49-F238E27FC236}">
                <a16:creationId xmlns:a16="http://schemas.microsoft.com/office/drawing/2014/main" id="{617BE157-A86B-4A0B-9E49-9450FF9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38175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70" name="card-06-mini-slot-16">
            <a:extLst xmlns:a="http://schemas.openxmlformats.org/drawingml/2006/main">
              <a:ext uri="{FF2B5EF4-FFF2-40B4-BE49-F238E27FC236}">
                <a16:creationId xmlns:a16="http://schemas.microsoft.com/office/drawing/2014/main" id="{E2C1476B-3DBA-4DCA-AAFA-BAEE86D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38175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1B5FF"/>
          </a:solidFill>
          <a:ln xmlns:a="http://schemas.openxmlformats.org/drawingml/2006/main" w="6668">
            <a:solidFill>
              <a:srgbClr val="31B5FF"/>
            </a:solidFill>
            <a:prstDash val="solid"/>
          </a:ln>
        </p:spPr>
      </p:sp>
      <p:sp>
        <p:nvSpPr>
          <p:cNvPr id="271" name="card-06-mini-slot-17">
            <a:extLst xmlns:a="http://schemas.openxmlformats.org/drawingml/2006/main">
              <a:ext uri="{FF2B5EF4-FFF2-40B4-BE49-F238E27FC236}">
                <a16:creationId xmlns:a16="http://schemas.microsoft.com/office/drawing/2014/main" id="{04F76D40-F12E-4930-8E9E-AA062AD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638175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7E6F8"/>
          </a:solidFill>
          <a:ln xmlns:a="http://schemas.openxmlformats.org/drawingml/2006/main" w="6668">
            <a:solidFill>
              <a:srgbClr val="D7E6F8"/>
            </a:solidFill>
            <a:prstDash val="solid"/>
          </a:ln>
        </p:spPr>
      </p:sp>
      <p:sp>
        <p:nvSpPr>
          <p:cNvPr id="272" name="card-06-mini-slot-18">
            <a:extLst xmlns:a="http://schemas.openxmlformats.org/drawingml/2006/main">
              <a:ext uri="{FF2B5EF4-FFF2-40B4-BE49-F238E27FC236}">
                <a16:creationId xmlns:a16="http://schemas.microsoft.com/office/drawing/2014/main" id="{FF95253E-8496-44EE-85B2-18B6836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38175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6668">
            <a:solidFill>
              <a:srgbClr val="1769E0"/>
            </a:solidFill>
            <a:prstDash val="solid"/>
          </a:ln>
        </p:spPr>
      </p:sp>
      <p:sp>
        <p:nvSpPr>
          <p:cNvPr id="273" name="card-06-mini-slot-19">
            <a:extLst xmlns:a="http://schemas.openxmlformats.org/drawingml/2006/main">
              <a:ext uri="{FF2B5EF4-FFF2-40B4-BE49-F238E27FC236}">
                <a16:creationId xmlns:a16="http://schemas.microsoft.com/office/drawing/2014/main" id="{C9CB4E71-EB0F-47C7-9108-8BAE8D56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381750"/>
            <a:ext cx="1619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CE6F3"/>
            </a:solidFill>
            <a:prstDash val="solid"/>
          </a:ln>
        </p:spPr>
      </p:sp>
      <p:sp>
        <p:nvSpPr>
          <p:cNvPr id="274" name="card-06-mini-zone-a">
            <a:extLst xmlns:a="http://schemas.openxmlformats.org/drawingml/2006/main">
              <a:ext uri="{FF2B5EF4-FFF2-40B4-BE49-F238E27FC236}">
                <a16:creationId xmlns:a16="http://schemas.microsoft.com/office/drawing/2014/main" id="{41BD5BB0-1AEE-4A5E-9AE4-0265FDA5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515100"/>
            <a:ext cx="114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25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75" name="card-06-mini-zone-b">
            <a:extLst xmlns:a="http://schemas.openxmlformats.org/drawingml/2006/main">
              <a:ext uri="{FF2B5EF4-FFF2-40B4-BE49-F238E27FC236}">
                <a16:creationId xmlns:a16="http://schemas.microsoft.com/office/drawing/2014/main" id="{A58F08C5-686F-4DA1-9391-71D72D04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515100"/>
            <a:ext cx="114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525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525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276" name="card-06-mini-stats">
            <a:extLst xmlns:a="http://schemas.openxmlformats.org/drawingml/2006/main">
              <a:ext uri="{FF2B5EF4-FFF2-40B4-BE49-F238E27FC236}">
                <a16:creationId xmlns:a16="http://schemas.microsoft.com/office/drawing/2014/main" id="{07A099E2-3096-4416-95A0-94D03A7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10250"/>
            <a:ext cx="466725" cy="7334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77" name="card-06-mini-usage-label">
            <a:extLst xmlns:a="http://schemas.openxmlformats.org/drawingml/2006/main">
              <a:ext uri="{FF2B5EF4-FFF2-40B4-BE49-F238E27FC236}">
                <a16:creationId xmlns:a16="http://schemas.microsoft.com/office/drawing/2014/main" id="{DC4C0747-093A-40A9-84AB-B234DAE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86450"/>
            <a:ext cx="3429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11"/>
          </a:bodyPr>
          <a:lstStyle xmlns:a="http://schemas.openxmlformats.org/drawingml/2006/main"/>
          <a:p xmlns:a="http://schemas.openxmlformats.org/drawingml/2006/main">
            <a:pPr algn="ctr">
              <a:defRPr sz="563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563" b="1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적재율</a:t>
            </a:r>
          </a:p>
        </p:txBody>
      </p:sp>
      <p:sp>
        <p:nvSpPr>
          <p:cNvPr id="278" name="card-06-mini-usage">
            <a:extLst xmlns:a="http://schemas.openxmlformats.org/drawingml/2006/main">
              <a:ext uri="{FF2B5EF4-FFF2-40B4-BE49-F238E27FC236}">
                <a16:creationId xmlns:a16="http://schemas.microsoft.com/office/drawing/2014/main" id="{05C8852E-4424-4294-AB10-308478A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000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78%</a:t>
            </a:r>
          </a:p>
        </p:txBody>
      </p:sp>
      <p:sp>
        <p:nvSpPr>
          <p:cNvPr id="279" name="card-06-mini-usage-track">
            <a:extLst xmlns:a="http://schemas.openxmlformats.org/drawingml/2006/main">
              <a:ext uri="{FF2B5EF4-FFF2-40B4-BE49-F238E27FC236}">
                <a16:creationId xmlns:a16="http://schemas.microsoft.com/office/drawing/2014/main" id="{51676DE1-9432-42B7-A595-4C043C1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229350"/>
            <a:ext cx="3048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3"/>
          </a:solidFill>
          <a:ln xmlns:a="http://schemas.openxmlformats.org/drawingml/2006/main" w="0">
            <a:solidFill>
              <a:srgbClr val="DCE6F3"/>
            </a:solidFill>
            <a:prstDash val="solid"/>
          </a:ln>
        </p:spPr>
      </p:sp>
      <p:sp>
        <p:nvSpPr>
          <p:cNvPr id="280" name="card-06-mini-usage-fill">
            <a:extLst xmlns:a="http://schemas.openxmlformats.org/drawingml/2006/main">
              <a:ext uri="{FF2B5EF4-FFF2-40B4-BE49-F238E27FC236}">
                <a16:creationId xmlns:a16="http://schemas.microsoft.com/office/drawing/2014/main" id="{86A628AF-B80E-475B-B2A1-F466D47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229350"/>
            <a:ext cx="23812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81" name="card-06-mini-slots">
            <a:extLst xmlns:a="http://schemas.openxmlformats.org/drawingml/2006/main">
              <a:ext uri="{FF2B5EF4-FFF2-40B4-BE49-F238E27FC236}">
                <a16:creationId xmlns:a16="http://schemas.microsoft.com/office/drawing/2014/main" id="{117F54EC-8241-4F63-8829-148E8BD0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53175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8"/>
          </a:bodyPr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510" b="1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잔여 22 SLOT</a:t>
            </a:r>
          </a:p>
        </p:txBody>
      </p:sp>
      <p:sp>
        <p:nvSpPr>
          <p:cNvPr id="282" name="card-06-summary">
            <a:extLst xmlns:a="http://schemas.openxmlformats.org/drawingml/2006/main">
              <a:ext uri="{FF2B5EF4-FFF2-40B4-BE49-F238E27FC236}">
                <a16:creationId xmlns:a16="http://schemas.microsoft.com/office/drawing/2014/main" id="{CC6681AD-BC3D-427D-9E0F-0A31111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6102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defRPr>
            </a:pPr>
            <a:r>
              <a:rPr sz="982" b="1">
                <a:solidFill>
                  <a:srgbClr val="10213D"/>
                </a:solidFill>
                <a:latin typeface="Malgun Gothic"/>
                <a:ea typeface="Malgun Gothic"/>
                <a:cs typeface="Malgun Gothic"/>
              </a:rPr>
              <a:t>구역별 적재율과 슬롯·재고 위치를 스마트맵에서 한눈에 찾습니다.</a:t>
            </a:r>
          </a:p>
        </p:txBody>
      </p:sp>
      <p:sp>
        <p:nvSpPr>
          <p:cNvPr id="283" name="card-06-label">
            <a:extLst xmlns:a="http://schemas.openxmlformats.org/drawingml/2006/main">
              <a:ext uri="{FF2B5EF4-FFF2-40B4-BE49-F238E27FC236}">
                <a16:creationId xmlns:a16="http://schemas.microsoft.com/office/drawing/2014/main" id="{8BE50DA8-3B89-40C5-BA57-F7036C8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0864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60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284" name="card-06-divider">
            <a:extLst xmlns:a="http://schemas.openxmlformats.org/drawingml/2006/main">
              <a:ext uri="{FF2B5EF4-FFF2-40B4-BE49-F238E27FC236}">
                <a16:creationId xmlns:a16="http://schemas.microsoft.com/office/drawing/2014/main" id="{9B5FF260-B120-4521-88AD-95CE2F5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6162675"/>
            <a:ext cx="2019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85" name="card-06-bullet-1-check-bg">
            <a:extLst xmlns:a="http://schemas.openxmlformats.org/drawingml/2006/main">
              <a:ext uri="{FF2B5EF4-FFF2-40B4-BE49-F238E27FC236}">
                <a16:creationId xmlns:a16="http://schemas.microsoft.com/office/drawing/2014/main" id="{96D57920-8DEF-42EB-84B5-08F28EC6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296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86" name="card-06-bullet-1-check">
            <a:extLst xmlns:a="http://schemas.openxmlformats.org/drawingml/2006/main">
              <a:ext uri="{FF2B5EF4-FFF2-40B4-BE49-F238E27FC236}">
                <a16:creationId xmlns:a16="http://schemas.microsoft.com/office/drawing/2014/main" id="{276130F5-7F3A-4D09-8E1E-2303D81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28173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87" name="card-06-bullet-1-copy">
            <a:extLst xmlns:a="http://schemas.openxmlformats.org/drawingml/2006/main">
              <a:ext uri="{FF2B5EF4-FFF2-40B4-BE49-F238E27FC236}">
                <a16:creationId xmlns:a16="http://schemas.microsoft.com/office/drawing/2014/main" id="{3E632650-F4EB-4F14-BE34-DA87F13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2865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구역별 적재율·잔여 슬롯 확인</a:t>
            </a:r>
          </a:p>
        </p:txBody>
      </p:sp>
      <p:sp>
        <p:nvSpPr>
          <p:cNvPr id="288" name="card-06-bullet-2-check-bg">
            <a:extLst xmlns:a="http://schemas.openxmlformats.org/drawingml/2006/main">
              <a:ext uri="{FF2B5EF4-FFF2-40B4-BE49-F238E27FC236}">
                <a16:creationId xmlns:a16="http://schemas.microsoft.com/office/drawing/2014/main" id="{342952E5-8DDC-47CD-858D-9E5FD479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50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89" name="card-06-bullet-2-check">
            <a:extLst xmlns:a="http://schemas.openxmlformats.org/drawingml/2006/main">
              <a:ext uri="{FF2B5EF4-FFF2-40B4-BE49-F238E27FC236}">
                <a16:creationId xmlns:a16="http://schemas.microsoft.com/office/drawing/2014/main" id="{7B793486-ADC1-4039-8AEB-BEEDEE13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6491288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90" name="card-06-bullet-2-copy">
            <a:extLst xmlns:a="http://schemas.openxmlformats.org/drawingml/2006/main">
              <a:ext uri="{FF2B5EF4-FFF2-40B4-BE49-F238E27FC236}">
                <a16:creationId xmlns:a16="http://schemas.microsoft.com/office/drawing/2014/main" id="{5DA61879-BB24-47BB-9DFF-9F3504DF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4960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41536E"/>
                </a:solidFill>
                <a:latin typeface="Malgun Gothic"/>
                <a:ea typeface="Malgun Gothic"/>
                <a:cs typeface="Malgun Gothic"/>
              </a:rPr>
              <a:t>차량번호·제품 위치 빠른 검색</a:t>
            </a:r>
          </a:p>
        </p:txBody>
      </p:sp>
      <p:sp>
        <p:nvSpPr>
          <p:cNvPr id="29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3757B71-82E8-4D56-AD05-4069DBAB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086600"/>
            <a:ext cx="10010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6F3"/>
            </a:solidFill>
            <a:prstDash val="solid"/>
          </a:ln>
        </p:spPr>
      </p:sp>
      <p:sp>
        <p:nvSpPr>
          <p:cNvPr id="29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C7FF4A-85D7-4DD0-ADEC-E46AD093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162800"/>
            <a:ext cx="2857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1">
                <a:solidFill>
                  <a:srgbClr val="0B3B86"/>
                </a:solidFill>
                <a:latin typeface="Malgun Gothic"/>
                <a:ea typeface="Malgun Gothic"/>
                <a:cs typeface="Malgun Gothic"/>
              </a:rPr>
              <a:t>DXS PAGE GUIDE · EDITABLE DRAFT</a:t>
            </a:r>
          </a:p>
        </p:txBody>
      </p:sp>
      <p:sp>
        <p:nvSpPr>
          <p:cNvPr id="29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74B75D33-C427-40E6-A053-61D88B18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62800"/>
            <a:ext cx="3429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75869D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75869D"/>
                </a:solidFill>
                <a:latin typeface="Malgun Gothic"/>
                <a:ea typeface="Malgun Gothic"/>
                <a:cs typeface="Malgun Gothic"/>
              </a:rPr>
              <a:t>DEMO 표기 화면은 샘플 데이터 기반 기능 초안입니다.</a:t>
            </a:r>
          </a:p>
        </p:txBody>
      </p:sp>
      <p:sp>
        <p:nvSpPr>
          <p:cNvPr id="29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0A97B5-6738-478D-8D23-572C23FC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71437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1769E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418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2026-08-21T04:36:45.7200000Z</dcterms:created>
  <dcterms:modified xsi:type="dcterms:W3CDTF">2026-08-21T04:36:45.7200000Z</dcterms:modified>
</coreProperties>
</file>